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2"/>
  </p:notesMasterIdLst>
  <p:sldIdLst>
    <p:sldId id="256" r:id="rId2"/>
    <p:sldId id="257" r:id="rId3"/>
    <p:sldId id="258" r:id="rId4"/>
    <p:sldId id="279" r:id="rId5"/>
    <p:sldId id="281" r:id="rId6"/>
    <p:sldId id="280" r:id="rId7"/>
    <p:sldId id="282" r:id="rId8"/>
    <p:sldId id="283" r:id="rId9"/>
    <p:sldId id="289" r:id="rId10"/>
    <p:sldId id="278" r:id="rId11"/>
  </p:sldIdLst>
  <p:sldSz cx="12192000" cy="6858000"/>
  <p:notesSz cx="6858000" cy="9144000"/>
  <p:embeddedFontLst>
    <p:embeddedFont>
      <p:font typeface="Poppins" panose="00000500000000000000" pitchFamily="2" charset="0"/>
      <p:regular r:id="rId13"/>
      <p:bold r:id="rId14"/>
      <p:italic r:id="rId15"/>
      <p:boldItalic r:id="rId16"/>
    </p:embeddedFont>
    <p:embeddedFont>
      <p:font typeface="Poppins Light" panose="00000400000000000000" pitchFamily="2" charset="0"/>
      <p:regular r:id="rId17"/>
      <p:bold r:id="rId18"/>
      <p:italic r:id="rId19"/>
      <p:boldItalic r:id="rId20"/>
    </p:embeddedFont>
    <p:embeddedFont>
      <p:font typeface="Raleway Light" pitchFamily="2" charset="0"/>
      <p:regular r:id="rId21"/>
      <p:bold r:id="rId22"/>
      <p:italic r:id="rId23"/>
      <p:boldItalic r:id="rId24"/>
    </p:embeddedFont>
    <p:embeddedFont>
      <p:font typeface="Trebuchet MS" panose="020B060302020202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1fc814961_0_3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11fc814961_0_3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311fc814961_0_3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FEEBF962-A4E9-ECCB-7CB4-16025C351BD2}"/>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DBB54B76-2A7C-2355-346D-1672F33EA3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F4FB4526-3DCD-F784-F12B-4BA1F0CEAD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12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D4B8C4F9-B005-242F-EAD7-950B920003E5}"/>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1C2EA573-317C-E29B-3A89-76543ED737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AA083AD4-3283-B528-9F13-A95EE00971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2038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9BC4F985-ECE7-2A75-13FD-B67D8E5D7080}"/>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8665C94A-1F0E-A2C2-178D-0B5077F2C92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3B77E36F-125F-1B74-1CFD-975D7021CE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1435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F7AB1952-8514-CA50-B90E-1BB6CCCBDDE8}"/>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B4F52C4B-002F-2EF1-BEF6-0F6E8251B30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DB8C8F37-072D-7E0F-2E7C-A0CB31FEAD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4595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13FF0A07-FC89-C7C0-90F6-12FD9BD77918}"/>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B6ADBE50-2E2A-FE3D-2A69-3F99DA222A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09B2930F-CFC3-D1C6-E5BE-FE0F34B00D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6518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4841C756-CC37-5C1D-AD8F-2338647DD6A7}"/>
            </a:ext>
          </a:extLst>
        </p:cNvPr>
        <p:cNvGrpSpPr/>
        <p:nvPr/>
      </p:nvGrpSpPr>
      <p:grpSpPr>
        <a:xfrm>
          <a:off x="0" y="0"/>
          <a:ext cx="0" cy="0"/>
          <a:chOff x="0" y="0"/>
          <a:chExt cx="0" cy="0"/>
        </a:xfrm>
      </p:grpSpPr>
      <p:sp>
        <p:nvSpPr>
          <p:cNvPr id="190" name="Google Shape;190;p2:notes">
            <a:extLst>
              <a:ext uri="{FF2B5EF4-FFF2-40B4-BE49-F238E27FC236}">
                <a16:creationId xmlns:a16="http://schemas.microsoft.com/office/drawing/2014/main" id="{DDBF51B8-93FB-2A71-343C-0B7A2BECF8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notes">
            <a:extLst>
              <a:ext uri="{FF2B5EF4-FFF2-40B4-BE49-F238E27FC236}">
                <a16:creationId xmlns:a16="http://schemas.microsoft.com/office/drawing/2014/main" id="{160D79A8-716D-E585-B9E3-397FAE4553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993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21"/>
        <p:cNvGrpSpPr/>
        <p:nvPr/>
      </p:nvGrpSpPr>
      <p:grpSpPr>
        <a:xfrm>
          <a:off x="0" y="0"/>
          <a:ext cx="0" cy="0"/>
          <a:chOff x="0" y="0"/>
          <a:chExt cx="0" cy="0"/>
        </a:xfrm>
      </p:grpSpPr>
      <p:sp>
        <p:nvSpPr>
          <p:cNvPr id="22" name="Google Shape;22;p2"/>
          <p:cNvSpPr txBox="1">
            <a:spLocks noGrp="1"/>
          </p:cNvSpPr>
          <p:nvPr>
            <p:ph type="ctrTitle"/>
          </p:nvPr>
        </p:nvSpPr>
        <p:spPr>
          <a:xfrm>
            <a:off x="1982900" y="3643165"/>
            <a:ext cx="8226300" cy="17439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009646"/>
              </a:buClr>
              <a:buSzPts val="5400"/>
              <a:buFont typeface="Poppins"/>
              <a:buNone/>
              <a:defRPr sz="5400">
                <a:solidFill>
                  <a:srgbClr val="00964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
          <p:cNvSpPr txBox="1">
            <a:spLocks noGrp="1"/>
          </p:cNvSpPr>
          <p:nvPr>
            <p:ph type="subTitle" idx="1"/>
          </p:nvPr>
        </p:nvSpPr>
        <p:spPr>
          <a:xfrm>
            <a:off x="3001818" y="5247976"/>
            <a:ext cx="6188400" cy="1096800"/>
          </a:xfrm>
          <a:prstGeom prst="rect">
            <a:avLst/>
          </a:prstGeom>
          <a:noFill/>
          <a:ln>
            <a:noFill/>
          </a:ln>
        </p:spPr>
        <p:txBody>
          <a:bodyPr spcFirstLastPara="1" wrap="square" lIns="91425" tIns="45700" rIns="91425" bIns="45700" anchor="t" anchorCtr="0">
            <a:normAutofit/>
          </a:bodyPr>
          <a:lstStyle>
            <a:lvl1pPr lvl="0" algn="ctr">
              <a:spcBef>
                <a:spcPts val="1000"/>
              </a:spcBef>
              <a:spcAft>
                <a:spcPts val="0"/>
              </a:spcAft>
              <a:buSzPts val="1920"/>
              <a:buNone/>
              <a:defRPr>
                <a:solidFill>
                  <a:srgbClr val="7F7F7F"/>
                </a:solidFill>
              </a:defRPr>
            </a:lvl1pPr>
            <a:lvl2pPr lvl="1" algn="ctr">
              <a:spcBef>
                <a:spcPts val="1000"/>
              </a:spcBef>
              <a:spcAft>
                <a:spcPts val="0"/>
              </a:spcAft>
              <a:buSzPts val="1440"/>
              <a:buNone/>
              <a:defRPr>
                <a:solidFill>
                  <a:srgbClr val="888888"/>
                </a:solidFill>
              </a:defRPr>
            </a:lvl2pPr>
            <a:lvl3pPr lvl="2" algn="ctr">
              <a:spcBef>
                <a:spcPts val="1000"/>
              </a:spcBef>
              <a:spcAft>
                <a:spcPts val="0"/>
              </a:spcAft>
              <a:buSzPts val="1280"/>
              <a:buNone/>
              <a:defRPr>
                <a:solidFill>
                  <a:srgbClr val="888888"/>
                </a:solidFill>
              </a:defRPr>
            </a:lvl3pPr>
            <a:lvl4pPr lvl="3" algn="ctr">
              <a:spcBef>
                <a:spcPts val="1000"/>
              </a:spcBef>
              <a:spcAft>
                <a:spcPts val="0"/>
              </a:spcAft>
              <a:buSzPts val="1120"/>
              <a:buNone/>
              <a:defRPr>
                <a:solidFill>
                  <a:srgbClr val="888888"/>
                </a:solidFill>
              </a:defRPr>
            </a:lvl4pPr>
            <a:lvl5pPr lvl="4" algn="ctr">
              <a:spcBef>
                <a:spcPts val="1000"/>
              </a:spcBef>
              <a:spcAft>
                <a:spcPts val="0"/>
              </a:spcAft>
              <a:buSzPts val="112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24" name="Google Shape;24;p2"/>
          <p:cNvSpPr txBox="1">
            <a:spLocks noGrp="1"/>
          </p:cNvSpPr>
          <p:nvPr>
            <p:ph type="sldNum" idx="12"/>
          </p:nvPr>
        </p:nvSpPr>
        <p:spPr>
          <a:xfrm>
            <a:off x="1083132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 name="Google Shape;25;p2"/>
          <p:cNvSpPr/>
          <p:nvPr/>
        </p:nvSpPr>
        <p:spPr>
          <a:xfrm>
            <a:off x="0" y="0"/>
            <a:ext cx="12192000" cy="3299400"/>
          </a:xfrm>
          <a:prstGeom prst="rect">
            <a:avLst/>
          </a:prstGeom>
          <a:solidFill>
            <a:srgbClr val="0096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26" name="Google Shape;26;p2"/>
          <p:cNvPicPr preferRelativeResize="0"/>
          <p:nvPr/>
        </p:nvPicPr>
        <p:blipFill rotWithShape="1">
          <a:blip r:embed="rId2">
            <a:alphaModFix/>
          </a:blip>
          <a:srcRect/>
          <a:stretch/>
        </p:blipFill>
        <p:spPr>
          <a:xfrm>
            <a:off x="4810508" y="1329180"/>
            <a:ext cx="2570986" cy="641022"/>
          </a:xfrm>
          <a:prstGeom prst="rect">
            <a:avLst/>
          </a:prstGeom>
          <a:noFill/>
          <a:ln>
            <a:noFill/>
          </a:ln>
        </p:spPr>
      </p:pic>
      <p:cxnSp>
        <p:nvCxnSpPr>
          <p:cNvPr id="27" name="Google Shape;27;p2"/>
          <p:cNvCxnSpPr/>
          <p:nvPr/>
        </p:nvCxnSpPr>
        <p:spPr>
          <a:xfrm>
            <a:off x="387540" y="3413130"/>
            <a:ext cx="11127000" cy="0"/>
          </a:xfrm>
          <a:prstGeom prst="straightConnector1">
            <a:avLst/>
          </a:prstGeom>
          <a:noFill/>
          <a:ln w="12700" cap="rnd" cmpd="sng">
            <a:solidFill>
              <a:srgbClr val="009646"/>
            </a:solidFill>
            <a:prstDash val="solid"/>
            <a:round/>
            <a:headEnd type="oval" w="med" len="med"/>
            <a:tailEnd type="oval" w="med" len="med"/>
          </a:ln>
        </p:spPr>
      </p:cxnSp>
      <p:pic>
        <p:nvPicPr>
          <p:cNvPr id="28" name="Google Shape;28;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 name="Google Shape;29;p2"/>
          <p:cNvPicPr preferRelativeResize="0"/>
          <p:nvPr/>
        </p:nvPicPr>
        <p:blipFill rotWithShape="1">
          <a:blip r:embed="rId4">
            <a:alphaModFix/>
          </a:blip>
          <a:srcRect/>
          <a:stretch/>
        </p:blipFill>
        <p:spPr>
          <a:xfrm>
            <a:off x="4993450" y="2200225"/>
            <a:ext cx="2205102" cy="54915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sp>
        <p:nvSpPr>
          <p:cNvPr id="31" name="Google Shape;31;p3"/>
          <p:cNvSpPr/>
          <p:nvPr/>
        </p:nvSpPr>
        <p:spPr>
          <a:xfrm>
            <a:off x="6076708" y="0"/>
            <a:ext cx="61152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2" name="Google Shape;32;p3"/>
          <p:cNvSpPr/>
          <p:nvPr/>
        </p:nvSpPr>
        <p:spPr>
          <a:xfrm>
            <a:off x="0" y="0"/>
            <a:ext cx="6096000" cy="6858000"/>
          </a:xfrm>
          <a:prstGeom prst="rect">
            <a:avLst/>
          </a:prstGeom>
          <a:solidFill>
            <a:srgbClr val="0096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3" name="Google Shape;33;p3"/>
          <p:cNvSpPr txBox="1">
            <a:spLocks noGrp="1"/>
          </p:cNvSpPr>
          <p:nvPr>
            <p:ph type="title"/>
          </p:nvPr>
        </p:nvSpPr>
        <p:spPr>
          <a:xfrm>
            <a:off x="677335" y="2700867"/>
            <a:ext cx="4566900" cy="18267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lt1"/>
              </a:buClr>
              <a:buSzPts val="4000"/>
              <a:buFont typeface="Poppins"/>
              <a:buNone/>
              <a:defRPr sz="4000" b="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
          <p:cNvSpPr txBox="1">
            <a:spLocks noGrp="1"/>
          </p:cNvSpPr>
          <p:nvPr>
            <p:ph type="body" idx="1"/>
          </p:nvPr>
        </p:nvSpPr>
        <p:spPr>
          <a:xfrm>
            <a:off x="677335" y="4527448"/>
            <a:ext cx="4566900" cy="860400"/>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Clr>
                <a:schemeClr val="lt1"/>
              </a:buClr>
              <a:buSzPts val="1600"/>
              <a:buNone/>
              <a:defRPr sz="2000">
                <a:solidFill>
                  <a:schemeClr val="lt1"/>
                </a:solidFill>
              </a:defRPr>
            </a:lvl1pPr>
            <a:lvl2pPr marL="914400" lvl="1" indent="-228600" algn="l">
              <a:spcBef>
                <a:spcPts val="1000"/>
              </a:spcBef>
              <a:spcAft>
                <a:spcPts val="0"/>
              </a:spcAft>
              <a:buClr>
                <a:schemeClr val="lt1"/>
              </a:buClr>
              <a:buSzPts val="1440"/>
              <a:buNone/>
              <a:defRPr sz="1800">
                <a:solidFill>
                  <a:schemeClr val="lt1"/>
                </a:solidFill>
              </a:defRPr>
            </a:lvl2pPr>
            <a:lvl3pPr marL="1371600" lvl="2" indent="-228600" algn="l">
              <a:spcBef>
                <a:spcPts val="1000"/>
              </a:spcBef>
              <a:spcAft>
                <a:spcPts val="0"/>
              </a:spcAft>
              <a:buClr>
                <a:schemeClr val="lt1"/>
              </a:buClr>
              <a:buSzPts val="1280"/>
              <a:buNone/>
              <a:defRPr sz="1600">
                <a:solidFill>
                  <a:schemeClr val="lt1"/>
                </a:solidFill>
              </a:defRPr>
            </a:lvl3pPr>
            <a:lvl4pPr marL="1828800" lvl="3" indent="-228600" algn="l">
              <a:spcBef>
                <a:spcPts val="1000"/>
              </a:spcBef>
              <a:spcAft>
                <a:spcPts val="0"/>
              </a:spcAft>
              <a:buClr>
                <a:schemeClr val="lt1"/>
              </a:buClr>
              <a:buSzPts val="1120"/>
              <a:buNone/>
              <a:defRPr sz="1400">
                <a:solidFill>
                  <a:schemeClr val="lt1"/>
                </a:solidFill>
              </a:defRPr>
            </a:lvl4pPr>
            <a:lvl5pPr marL="2286000" lvl="4" indent="-228600" algn="l">
              <a:spcBef>
                <a:spcPts val="1000"/>
              </a:spcBef>
              <a:spcAft>
                <a:spcPts val="0"/>
              </a:spcAft>
              <a:buClr>
                <a:schemeClr val="lt1"/>
              </a:buClr>
              <a:buSzPts val="1120"/>
              <a:buNone/>
              <a:defRPr sz="1400">
                <a:solidFill>
                  <a:schemeClr val="lt1"/>
                </a:solidFill>
              </a:defRPr>
            </a:lvl5pPr>
            <a:lvl6pPr marL="2743200" lvl="5" indent="-228600" algn="l">
              <a:spcBef>
                <a:spcPts val="1000"/>
              </a:spcBef>
              <a:spcAft>
                <a:spcPts val="0"/>
              </a:spcAft>
              <a:buClr>
                <a:schemeClr val="lt1"/>
              </a:buClr>
              <a:buSzPts val="1120"/>
              <a:buNone/>
              <a:defRPr sz="1400">
                <a:solidFill>
                  <a:schemeClr val="lt1"/>
                </a:solidFill>
              </a:defRPr>
            </a:lvl6pPr>
            <a:lvl7pPr marL="3200400" lvl="6" indent="-228600" algn="l">
              <a:spcBef>
                <a:spcPts val="1000"/>
              </a:spcBef>
              <a:spcAft>
                <a:spcPts val="0"/>
              </a:spcAft>
              <a:buClr>
                <a:schemeClr val="lt1"/>
              </a:buClr>
              <a:buSzPts val="1120"/>
              <a:buNone/>
              <a:defRPr sz="1400">
                <a:solidFill>
                  <a:schemeClr val="lt1"/>
                </a:solidFill>
              </a:defRPr>
            </a:lvl7pPr>
            <a:lvl8pPr marL="3657600" lvl="7" indent="-228600" algn="l">
              <a:spcBef>
                <a:spcPts val="1000"/>
              </a:spcBef>
              <a:spcAft>
                <a:spcPts val="0"/>
              </a:spcAft>
              <a:buClr>
                <a:schemeClr val="lt1"/>
              </a:buClr>
              <a:buSzPts val="1120"/>
              <a:buNone/>
              <a:defRPr sz="1400">
                <a:solidFill>
                  <a:schemeClr val="lt1"/>
                </a:solidFill>
              </a:defRPr>
            </a:lvl8pPr>
            <a:lvl9pPr marL="4114800" lvl="8" indent="-228600" algn="l">
              <a:spcBef>
                <a:spcPts val="1000"/>
              </a:spcBef>
              <a:spcAft>
                <a:spcPts val="0"/>
              </a:spcAft>
              <a:buClr>
                <a:schemeClr val="lt1"/>
              </a:buClr>
              <a:buSzPts val="1120"/>
              <a:buNone/>
              <a:defRPr sz="1400">
                <a:solidFill>
                  <a:schemeClr val="lt1"/>
                </a:solidFill>
              </a:defRPr>
            </a:lvl9pPr>
          </a:lstStyle>
          <a:p>
            <a:endParaRPr/>
          </a:p>
        </p:txBody>
      </p:sp>
      <p:pic>
        <p:nvPicPr>
          <p:cNvPr id="35" name="Google Shape;35;p3"/>
          <p:cNvPicPr preferRelativeResize="0"/>
          <p:nvPr/>
        </p:nvPicPr>
        <p:blipFill rotWithShape="1">
          <a:blip r:embed="rId2">
            <a:alphaModFix/>
          </a:blip>
          <a:srcRect r="-20"/>
          <a:stretch/>
        </p:blipFill>
        <p:spPr>
          <a:xfrm>
            <a:off x="1761975" y="709400"/>
            <a:ext cx="2572549" cy="640500"/>
          </a:xfrm>
          <a:prstGeom prst="rect">
            <a:avLst/>
          </a:prstGeom>
          <a:noFill/>
          <a:ln>
            <a:noFill/>
          </a:ln>
        </p:spPr>
      </p:pic>
      <p:sp>
        <p:nvSpPr>
          <p:cNvPr id="36" name="Google Shape;36;p3"/>
          <p:cNvSpPr>
            <a:spLocks noGrp="1"/>
          </p:cNvSpPr>
          <p:nvPr>
            <p:ph type="pic" idx="2"/>
          </p:nvPr>
        </p:nvSpPr>
        <p:spPr>
          <a:xfrm>
            <a:off x="6096000" y="0"/>
            <a:ext cx="6096000" cy="6858000"/>
          </a:xfrm>
          <a:prstGeom prst="rect">
            <a:avLst/>
          </a:prstGeom>
          <a:noFill/>
          <a:ln>
            <a:noFill/>
          </a:ln>
        </p:spPr>
      </p:sp>
      <p:sp>
        <p:nvSpPr>
          <p:cNvPr id="37" name="Google Shape;37;p3"/>
          <p:cNvSpPr/>
          <p:nvPr/>
        </p:nvSpPr>
        <p:spPr>
          <a:xfrm>
            <a:off x="1150686" y="1721292"/>
            <a:ext cx="3794700" cy="338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0" i="0" u="none" strike="noStrike" cap="none">
                <a:solidFill>
                  <a:schemeClr val="lt1"/>
                </a:solidFill>
                <a:latin typeface="Poppins Light"/>
                <a:ea typeface="Poppins Light"/>
                <a:cs typeface="Poppins Light"/>
                <a:sym typeface="Poppins Light"/>
              </a:rPr>
              <a:t>A step towards rural transformation</a:t>
            </a:r>
            <a:endParaRPr/>
          </a:p>
        </p:txBody>
      </p:sp>
      <p:cxnSp>
        <p:nvCxnSpPr>
          <p:cNvPr id="38" name="Google Shape;38;p3"/>
          <p:cNvCxnSpPr/>
          <p:nvPr/>
        </p:nvCxnSpPr>
        <p:spPr>
          <a:xfrm>
            <a:off x="977153" y="2100358"/>
            <a:ext cx="4141800" cy="0"/>
          </a:xfrm>
          <a:prstGeom prst="straightConnector1">
            <a:avLst/>
          </a:prstGeom>
          <a:noFill/>
          <a:ln w="12700" cap="rnd" cmpd="sng">
            <a:solidFill>
              <a:schemeClr val="lt1"/>
            </a:solidFill>
            <a:prstDash val="solid"/>
            <a:round/>
            <a:headEnd type="oval" w="med" len="med"/>
            <a:tailEnd type="oval"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9"/>
        <p:cNvGrpSpPr/>
        <p:nvPr/>
      </p:nvGrpSpPr>
      <p:grpSpPr>
        <a:xfrm>
          <a:off x="0" y="0"/>
          <a:ext cx="0" cy="0"/>
          <a:chOff x="0" y="0"/>
          <a:chExt cx="0" cy="0"/>
        </a:xfrm>
      </p:grpSpPr>
      <p:sp>
        <p:nvSpPr>
          <p:cNvPr id="40" name="Google Shape;40;p4"/>
          <p:cNvSpPr txBox="1">
            <a:spLocks noGrp="1"/>
          </p:cNvSpPr>
          <p:nvPr>
            <p:ph type="title"/>
          </p:nvPr>
        </p:nvSpPr>
        <p:spPr>
          <a:xfrm>
            <a:off x="2536025" y="218475"/>
            <a:ext cx="9000600" cy="7017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body" idx="1"/>
          </p:nvPr>
        </p:nvSpPr>
        <p:spPr>
          <a:xfrm>
            <a:off x="811805" y="1130301"/>
            <a:ext cx="9963900" cy="47775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o"/>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Font typeface="Poppins"/>
              <a:buChar char="►"/>
              <a:defRPr>
                <a:latin typeface="Poppins"/>
                <a:ea typeface="Poppins"/>
                <a:cs typeface="Poppins"/>
                <a:sym typeface="Poppins"/>
              </a:defRPr>
            </a:lvl6pPr>
            <a:lvl7pPr marL="3200400" lvl="6" indent="-320039" algn="l">
              <a:spcBef>
                <a:spcPts val="1000"/>
              </a:spcBef>
              <a:spcAft>
                <a:spcPts val="0"/>
              </a:spcAft>
              <a:buSzPts val="1440"/>
              <a:buFont typeface="Poppins"/>
              <a:buChar char="►"/>
              <a:defRPr>
                <a:latin typeface="Poppins"/>
                <a:ea typeface="Poppins"/>
                <a:cs typeface="Poppins"/>
                <a:sym typeface="Poppins"/>
              </a:defRPr>
            </a:lvl7pPr>
            <a:lvl8pPr marL="3657600" lvl="7" indent="-320040" algn="l">
              <a:spcBef>
                <a:spcPts val="1000"/>
              </a:spcBef>
              <a:spcAft>
                <a:spcPts val="0"/>
              </a:spcAft>
              <a:buSzPts val="1440"/>
              <a:buFont typeface="Poppins"/>
              <a:buChar char="►"/>
              <a:defRPr>
                <a:latin typeface="Poppins"/>
                <a:ea typeface="Poppins"/>
                <a:cs typeface="Poppins"/>
                <a:sym typeface="Poppins"/>
              </a:defRPr>
            </a:lvl8pPr>
            <a:lvl9pPr marL="4114800" lvl="8" indent="-320040" algn="l">
              <a:spcBef>
                <a:spcPts val="1000"/>
              </a:spcBef>
              <a:spcAft>
                <a:spcPts val="0"/>
              </a:spcAft>
              <a:buSzPts val="1440"/>
              <a:buFont typeface="Poppins"/>
              <a:buChar char="►"/>
              <a:defRPr>
                <a:latin typeface="Poppins"/>
                <a:ea typeface="Poppins"/>
                <a:cs typeface="Poppins"/>
                <a:sym typeface="Poppins"/>
              </a:defRPr>
            </a:lvl9pPr>
          </a:lstStyle>
          <a:p>
            <a:endParaRPr/>
          </a:p>
        </p:txBody>
      </p:sp>
      <p:sp>
        <p:nvSpPr>
          <p:cNvPr id="42" name="Google Shape;42;p4"/>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i="0" u="none" strike="noStrike" cap="none">
                <a:solidFill>
                  <a:schemeClr val="accent1"/>
                </a:solidFill>
              </a:defRPr>
            </a:lvl1pPr>
            <a:lvl2pPr marL="0" lvl="1" indent="0" algn="r">
              <a:spcBef>
                <a:spcPts val="0"/>
              </a:spcBef>
              <a:buNone/>
              <a:defRPr i="0" u="none" strike="noStrike" cap="none">
                <a:solidFill>
                  <a:schemeClr val="accent1"/>
                </a:solidFill>
              </a:defRPr>
            </a:lvl2pPr>
            <a:lvl3pPr marL="0" lvl="2" indent="0" algn="r">
              <a:spcBef>
                <a:spcPts val="0"/>
              </a:spcBef>
              <a:buNone/>
              <a:defRPr i="0" u="none" strike="noStrike" cap="none">
                <a:solidFill>
                  <a:schemeClr val="accent1"/>
                </a:solidFill>
              </a:defRPr>
            </a:lvl3pPr>
            <a:lvl4pPr marL="0" lvl="3" indent="0" algn="r">
              <a:spcBef>
                <a:spcPts val="0"/>
              </a:spcBef>
              <a:buNone/>
              <a:defRPr i="0" u="none" strike="noStrike" cap="none">
                <a:solidFill>
                  <a:schemeClr val="accent1"/>
                </a:solidFill>
              </a:defRPr>
            </a:lvl4pPr>
            <a:lvl5pPr marL="0" lvl="4" indent="0" algn="r">
              <a:spcBef>
                <a:spcPts val="0"/>
              </a:spcBef>
              <a:buNone/>
              <a:defRPr i="0" u="none" strike="noStrike" cap="none">
                <a:solidFill>
                  <a:schemeClr val="accent1"/>
                </a:solidFill>
              </a:defRPr>
            </a:lvl5pPr>
            <a:lvl6pPr marL="0" lvl="5" indent="0" algn="r">
              <a:spcBef>
                <a:spcPts val="0"/>
              </a:spcBef>
              <a:buNone/>
              <a:defRPr i="0" u="none" strike="noStrike" cap="none">
                <a:solidFill>
                  <a:schemeClr val="accent1"/>
                </a:solidFill>
              </a:defRPr>
            </a:lvl6pPr>
            <a:lvl7pPr marL="0" lvl="6" indent="0" algn="r">
              <a:spcBef>
                <a:spcPts val="0"/>
              </a:spcBef>
              <a:buNone/>
              <a:defRPr i="0" u="none" strike="noStrike" cap="none">
                <a:solidFill>
                  <a:schemeClr val="accent1"/>
                </a:solidFill>
              </a:defRPr>
            </a:lvl7pPr>
            <a:lvl8pPr marL="0" lvl="7" indent="0" algn="r">
              <a:spcBef>
                <a:spcPts val="0"/>
              </a:spcBef>
              <a:buNone/>
              <a:defRPr i="0" u="none" strike="noStrike" cap="none">
                <a:solidFill>
                  <a:schemeClr val="accent1"/>
                </a:solidFill>
              </a:defRPr>
            </a:lvl8pPr>
            <a:lvl9pPr marL="0" lvl="8" indent="0" algn="r">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43" name="Google Shape;43;p4"/>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44" name="Google Shape;44;p4"/>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45"/>
        <p:cNvGrpSpPr/>
        <p:nvPr/>
      </p:nvGrpSpPr>
      <p:grpSpPr>
        <a:xfrm>
          <a:off x="0" y="0"/>
          <a:ext cx="0" cy="0"/>
          <a:chOff x="0" y="0"/>
          <a:chExt cx="0" cy="0"/>
        </a:xfrm>
      </p:grpSpPr>
      <p:sp>
        <p:nvSpPr>
          <p:cNvPr id="46" name="Google Shape;46;p5"/>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900" b="0" i="0" u="none" strike="noStrike" cap="none">
                <a:solidFill>
                  <a:schemeClr val="accent1"/>
                </a:solidFill>
                <a:latin typeface="Trebuchet MS"/>
                <a:ea typeface="Trebuchet MS"/>
                <a:cs typeface="Trebuchet MS"/>
                <a:sym typeface="Trebuchet MS"/>
              </a:defRPr>
            </a:lvl1pPr>
            <a:lvl2pPr marL="0" lvl="1" indent="0" algn="r">
              <a:spcBef>
                <a:spcPts val="0"/>
              </a:spcBef>
              <a:buNone/>
              <a:defRPr sz="900" b="0" i="0" u="none" strike="noStrike" cap="none">
                <a:solidFill>
                  <a:schemeClr val="accent1"/>
                </a:solidFill>
                <a:latin typeface="Trebuchet MS"/>
                <a:ea typeface="Trebuchet MS"/>
                <a:cs typeface="Trebuchet MS"/>
                <a:sym typeface="Trebuchet MS"/>
              </a:defRPr>
            </a:lvl2pPr>
            <a:lvl3pPr marL="0" lvl="2" indent="0" algn="r">
              <a:spcBef>
                <a:spcPts val="0"/>
              </a:spcBef>
              <a:buNone/>
              <a:defRPr sz="900" b="0" i="0" u="none" strike="noStrike" cap="none">
                <a:solidFill>
                  <a:schemeClr val="accent1"/>
                </a:solidFill>
                <a:latin typeface="Trebuchet MS"/>
                <a:ea typeface="Trebuchet MS"/>
                <a:cs typeface="Trebuchet MS"/>
                <a:sym typeface="Trebuchet MS"/>
              </a:defRPr>
            </a:lvl3pPr>
            <a:lvl4pPr marL="0" lvl="3" indent="0" algn="r">
              <a:spcBef>
                <a:spcPts val="0"/>
              </a:spcBef>
              <a:buNone/>
              <a:defRPr sz="900" b="0" i="0" u="none" strike="noStrike" cap="none">
                <a:solidFill>
                  <a:schemeClr val="accent1"/>
                </a:solidFill>
                <a:latin typeface="Trebuchet MS"/>
                <a:ea typeface="Trebuchet MS"/>
                <a:cs typeface="Trebuchet MS"/>
                <a:sym typeface="Trebuchet MS"/>
              </a:defRPr>
            </a:lvl4pPr>
            <a:lvl5pPr marL="0" lvl="4" indent="0" algn="r">
              <a:spcBef>
                <a:spcPts val="0"/>
              </a:spcBef>
              <a:buNone/>
              <a:defRPr sz="900" b="0" i="0" u="none" strike="noStrike" cap="none">
                <a:solidFill>
                  <a:schemeClr val="accent1"/>
                </a:solidFill>
                <a:latin typeface="Trebuchet MS"/>
                <a:ea typeface="Trebuchet MS"/>
                <a:cs typeface="Trebuchet MS"/>
                <a:sym typeface="Trebuchet MS"/>
              </a:defRPr>
            </a:lvl5pPr>
            <a:lvl6pPr marL="0" lvl="5" indent="0" algn="r">
              <a:spcBef>
                <a:spcPts val="0"/>
              </a:spcBef>
              <a:buNone/>
              <a:defRPr sz="900" b="0" i="0" u="none" strike="noStrike" cap="none">
                <a:solidFill>
                  <a:schemeClr val="accent1"/>
                </a:solidFill>
                <a:latin typeface="Trebuchet MS"/>
                <a:ea typeface="Trebuchet MS"/>
                <a:cs typeface="Trebuchet MS"/>
                <a:sym typeface="Trebuchet MS"/>
              </a:defRPr>
            </a:lvl6pPr>
            <a:lvl7pPr marL="0" lvl="6" indent="0" algn="r">
              <a:spcBef>
                <a:spcPts val="0"/>
              </a:spcBef>
              <a:buNone/>
              <a:defRPr sz="900" b="0" i="0" u="none" strike="noStrike" cap="none">
                <a:solidFill>
                  <a:schemeClr val="accent1"/>
                </a:solidFill>
                <a:latin typeface="Trebuchet MS"/>
                <a:ea typeface="Trebuchet MS"/>
                <a:cs typeface="Trebuchet MS"/>
                <a:sym typeface="Trebuchet MS"/>
              </a:defRPr>
            </a:lvl7pPr>
            <a:lvl8pPr marL="0" lvl="7" indent="0" algn="r">
              <a:spcBef>
                <a:spcPts val="0"/>
              </a:spcBef>
              <a:buNone/>
              <a:defRPr sz="900" b="0" i="0" u="none" strike="noStrike" cap="none">
                <a:solidFill>
                  <a:schemeClr val="accent1"/>
                </a:solidFill>
                <a:latin typeface="Trebuchet MS"/>
                <a:ea typeface="Trebuchet MS"/>
                <a:cs typeface="Trebuchet MS"/>
                <a:sym typeface="Trebuchet MS"/>
              </a:defRPr>
            </a:lvl8pPr>
            <a:lvl9pPr marL="0" lvl="8" indent="0" algn="r">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5"/>
          <p:cNvSpPr txBox="1">
            <a:spLocks noGrp="1"/>
          </p:cNvSpPr>
          <p:nvPr>
            <p:ph type="dt" idx="10"/>
          </p:nvPr>
        </p:nvSpPr>
        <p:spPr>
          <a:xfrm>
            <a:off x="733907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sz="900">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49" name="Google Shape;49;p5"/>
          <p:cNvSpPr txBox="1">
            <a:spLocks noGrp="1"/>
          </p:cNvSpPr>
          <p:nvPr>
            <p:ph type="ftr" idx="11"/>
          </p:nvPr>
        </p:nvSpPr>
        <p:spPr>
          <a:xfrm>
            <a:off x="81127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sz="900">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raphic">
  <p:cSld name="Graphic">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2536031" y="207169"/>
            <a:ext cx="8238300" cy="924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900" b="0" i="0" u="none" strike="noStrike" cap="none">
                <a:solidFill>
                  <a:schemeClr val="accent1"/>
                </a:solidFill>
                <a:latin typeface="Trebuchet MS"/>
                <a:ea typeface="Trebuchet MS"/>
                <a:cs typeface="Trebuchet MS"/>
                <a:sym typeface="Trebuchet MS"/>
              </a:defRPr>
            </a:lvl1pPr>
            <a:lvl2pPr marL="0" lvl="1" indent="0" algn="r">
              <a:spcBef>
                <a:spcPts val="0"/>
              </a:spcBef>
              <a:buNone/>
              <a:defRPr sz="900" b="0" i="0" u="none" strike="noStrike" cap="none">
                <a:solidFill>
                  <a:schemeClr val="accent1"/>
                </a:solidFill>
                <a:latin typeface="Trebuchet MS"/>
                <a:ea typeface="Trebuchet MS"/>
                <a:cs typeface="Trebuchet MS"/>
                <a:sym typeface="Trebuchet MS"/>
              </a:defRPr>
            </a:lvl2pPr>
            <a:lvl3pPr marL="0" lvl="2" indent="0" algn="r">
              <a:spcBef>
                <a:spcPts val="0"/>
              </a:spcBef>
              <a:buNone/>
              <a:defRPr sz="900" b="0" i="0" u="none" strike="noStrike" cap="none">
                <a:solidFill>
                  <a:schemeClr val="accent1"/>
                </a:solidFill>
                <a:latin typeface="Trebuchet MS"/>
                <a:ea typeface="Trebuchet MS"/>
                <a:cs typeface="Trebuchet MS"/>
                <a:sym typeface="Trebuchet MS"/>
              </a:defRPr>
            </a:lvl3pPr>
            <a:lvl4pPr marL="0" lvl="3" indent="0" algn="r">
              <a:spcBef>
                <a:spcPts val="0"/>
              </a:spcBef>
              <a:buNone/>
              <a:defRPr sz="900" b="0" i="0" u="none" strike="noStrike" cap="none">
                <a:solidFill>
                  <a:schemeClr val="accent1"/>
                </a:solidFill>
                <a:latin typeface="Trebuchet MS"/>
                <a:ea typeface="Trebuchet MS"/>
                <a:cs typeface="Trebuchet MS"/>
                <a:sym typeface="Trebuchet MS"/>
              </a:defRPr>
            </a:lvl4pPr>
            <a:lvl5pPr marL="0" lvl="4" indent="0" algn="r">
              <a:spcBef>
                <a:spcPts val="0"/>
              </a:spcBef>
              <a:buNone/>
              <a:defRPr sz="900" b="0" i="0" u="none" strike="noStrike" cap="none">
                <a:solidFill>
                  <a:schemeClr val="accent1"/>
                </a:solidFill>
                <a:latin typeface="Trebuchet MS"/>
                <a:ea typeface="Trebuchet MS"/>
                <a:cs typeface="Trebuchet MS"/>
                <a:sym typeface="Trebuchet MS"/>
              </a:defRPr>
            </a:lvl5pPr>
            <a:lvl6pPr marL="0" lvl="5" indent="0" algn="r">
              <a:spcBef>
                <a:spcPts val="0"/>
              </a:spcBef>
              <a:buNone/>
              <a:defRPr sz="900" b="0" i="0" u="none" strike="noStrike" cap="none">
                <a:solidFill>
                  <a:schemeClr val="accent1"/>
                </a:solidFill>
                <a:latin typeface="Trebuchet MS"/>
                <a:ea typeface="Trebuchet MS"/>
                <a:cs typeface="Trebuchet MS"/>
                <a:sym typeface="Trebuchet MS"/>
              </a:defRPr>
            </a:lvl6pPr>
            <a:lvl7pPr marL="0" lvl="6" indent="0" algn="r">
              <a:spcBef>
                <a:spcPts val="0"/>
              </a:spcBef>
              <a:buNone/>
              <a:defRPr sz="900" b="0" i="0" u="none" strike="noStrike" cap="none">
                <a:solidFill>
                  <a:schemeClr val="accent1"/>
                </a:solidFill>
                <a:latin typeface="Trebuchet MS"/>
                <a:ea typeface="Trebuchet MS"/>
                <a:cs typeface="Trebuchet MS"/>
                <a:sym typeface="Trebuchet MS"/>
              </a:defRPr>
            </a:lvl7pPr>
            <a:lvl8pPr marL="0" lvl="7" indent="0" algn="r">
              <a:spcBef>
                <a:spcPts val="0"/>
              </a:spcBef>
              <a:buNone/>
              <a:defRPr sz="900" b="0" i="0" u="none" strike="noStrike" cap="none">
                <a:solidFill>
                  <a:schemeClr val="accent1"/>
                </a:solidFill>
                <a:latin typeface="Trebuchet MS"/>
                <a:ea typeface="Trebuchet MS"/>
                <a:cs typeface="Trebuchet MS"/>
                <a:sym typeface="Trebuchet MS"/>
              </a:defRPr>
            </a:lvl8pPr>
            <a:lvl9pPr marL="0" lvl="8" indent="0" algn="r">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53" name="Google Shape;53;p6"/>
          <p:cNvSpPr txBox="1">
            <a:spLocks noGrp="1"/>
          </p:cNvSpPr>
          <p:nvPr>
            <p:ph type="dt" idx="10"/>
          </p:nvPr>
        </p:nvSpPr>
        <p:spPr>
          <a:xfrm>
            <a:off x="733907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sz="900">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54" name="Google Shape;54;p6"/>
          <p:cNvSpPr txBox="1">
            <a:spLocks noGrp="1"/>
          </p:cNvSpPr>
          <p:nvPr>
            <p:ph type="ftr" idx="11"/>
          </p:nvPr>
        </p:nvSpPr>
        <p:spPr>
          <a:xfrm>
            <a:off x="81127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sz="900">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55" name="Google Shape;55;p6"/>
          <p:cNvSpPr>
            <a:spLocks noGrp="1"/>
          </p:cNvSpPr>
          <p:nvPr>
            <p:ph type="dgm" idx="2"/>
          </p:nvPr>
        </p:nvSpPr>
        <p:spPr>
          <a:xfrm>
            <a:off x="811274" y="1131033"/>
            <a:ext cx="9963300" cy="4776900"/>
          </a:xfrm>
          <a:prstGeom prst="rect">
            <a:avLst/>
          </a:prstGeom>
          <a:noFill/>
          <a:ln>
            <a:noFill/>
          </a:ln>
        </p:spPr>
        <p:txBody>
          <a:bodyPr spcFirstLastPara="1" wrap="square" lIns="91425" tIns="45700" rIns="91425" bIns="45700" anchor="t" anchorCtr="0">
            <a:noAutofit/>
          </a:bodyPr>
          <a:lstStyle>
            <a:lvl1pPr marR="0" lvl="0" algn="l" rtl="0">
              <a:spcBef>
                <a:spcPts val="1000"/>
              </a:spcBef>
              <a:spcAft>
                <a:spcPts val="0"/>
              </a:spcAft>
              <a:buClr>
                <a:srgbClr val="009646"/>
              </a:buClr>
              <a:buSzPts val="1920"/>
              <a:buFont typeface="Noto Sans Symbols"/>
              <a:buChar char="❖"/>
              <a:defRPr sz="2400" b="0" i="0" u="none" strike="noStrike" cap="none">
                <a:solidFill>
                  <a:srgbClr val="595959"/>
                </a:solidFill>
                <a:latin typeface="Poppins Light"/>
                <a:ea typeface="Poppins Light"/>
                <a:cs typeface="Poppins Light"/>
                <a:sym typeface="Poppins Light"/>
              </a:defRPr>
            </a:lvl1pPr>
            <a:lvl2pPr marR="0" lvl="1" algn="l" rtl="0">
              <a:spcBef>
                <a:spcPts val="1000"/>
              </a:spcBef>
              <a:spcAft>
                <a:spcPts val="0"/>
              </a:spcAft>
              <a:buClr>
                <a:srgbClr val="009646"/>
              </a:buClr>
              <a:buSzPts val="1440"/>
              <a:buFont typeface="Noto Sans Symbols"/>
              <a:buChar char="⮚"/>
              <a:defRPr sz="1800" b="0" i="0" u="none" strike="noStrike" cap="none">
                <a:solidFill>
                  <a:srgbClr val="595959"/>
                </a:solidFill>
                <a:latin typeface="Poppins Light"/>
                <a:ea typeface="Poppins Light"/>
                <a:cs typeface="Poppins Light"/>
                <a:sym typeface="Poppins Light"/>
              </a:defRPr>
            </a:lvl2pPr>
            <a:lvl3pPr marR="0" lvl="2" algn="l" rtl="0">
              <a:spcBef>
                <a:spcPts val="1000"/>
              </a:spcBef>
              <a:spcAft>
                <a:spcPts val="0"/>
              </a:spcAft>
              <a:buClr>
                <a:srgbClr val="009646"/>
              </a:buClr>
              <a:buSzPts val="1280"/>
              <a:buFont typeface="Noto Sans Symbols"/>
              <a:buChar char="✔"/>
              <a:defRPr sz="1600" b="0" i="0" u="none" strike="noStrike" cap="none">
                <a:solidFill>
                  <a:srgbClr val="595959"/>
                </a:solidFill>
                <a:latin typeface="Poppins Light"/>
                <a:ea typeface="Poppins Light"/>
                <a:cs typeface="Poppins Light"/>
                <a:sym typeface="Poppins Light"/>
              </a:defRPr>
            </a:lvl3pPr>
            <a:lvl4pPr marR="0" lvl="3" algn="l" rtl="0">
              <a:spcBef>
                <a:spcPts val="1000"/>
              </a:spcBef>
              <a:spcAft>
                <a:spcPts val="0"/>
              </a:spcAft>
              <a:buClr>
                <a:srgbClr val="009646"/>
              </a:buClr>
              <a:buSzPts val="1120"/>
              <a:buFont typeface="Courier New"/>
              <a:buChar char="o"/>
              <a:defRPr sz="1400" b="0" i="0" u="none" strike="noStrike" cap="none">
                <a:solidFill>
                  <a:srgbClr val="595959"/>
                </a:solidFill>
                <a:latin typeface="Poppins Light"/>
                <a:ea typeface="Poppins Light"/>
                <a:cs typeface="Poppins Light"/>
                <a:sym typeface="Poppins Light"/>
              </a:defRPr>
            </a:lvl4pPr>
            <a:lvl5pPr marR="0" lvl="4" algn="l" rtl="0">
              <a:spcBef>
                <a:spcPts val="1000"/>
              </a:spcBef>
              <a:spcAft>
                <a:spcPts val="0"/>
              </a:spcAft>
              <a:buClr>
                <a:srgbClr val="009646"/>
              </a:buClr>
              <a:buSzPts val="1120"/>
              <a:buFont typeface="Arial"/>
              <a:buChar char="•"/>
              <a:defRPr sz="1400" b="0" i="0" u="none" strike="noStrike" cap="none">
                <a:solidFill>
                  <a:srgbClr val="595959"/>
                </a:solidFill>
                <a:latin typeface="Poppins Light"/>
                <a:ea typeface="Poppins Light"/>
                <a:cs typeface="Poppins Light"/>
                <a:sym typeface="Poppins Light"/>
              </a:defRPr>
            </a:lvl5pPr>
            <a:lvl6pPr marR="0" lvl="5"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R="0" lvl="6"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R="0" lvl="7"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R="0" lvl="8"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Picture with Caption">
  <p:cSld name="4_Picture with Caption">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811805" y="1003852"/>
            <a:ext cx="101946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800"/>
              <a:buFont typeface="Poppins"/>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a:spLocks noGrp="1"/>
          </p:cNvSpPr>
          <p:nvPr>
            <p:ph type="pic" idx="2"/>
          </p:nvPr>
        </p:nvSpPr>
        <p:spPr>
          <a:xfrm>
            <a:off x="811805" y="1945341"/>
            <a:ext cx="5040000" cy="2340000"/>
          </a:xfrm>
          <a:prstGeom prst="rect">
            <a:avLst/>
          </a:prstGeom>
          <a:noFill/>
          <a:ln>
            <a:noFill/>
          </a:ln>
        </p:spPr>
      </p:sp>
      <p:sp>
        <p:nvSpPr>
          <p:cNvPr id="59" name="Google Shape;59;p7"/>
          <p:cNvSpPr>
            <a:spLocks noGrp="1"/>
          </p:cNvSpPr>
          <p:nvPr>
            <p:ph type="pic" idx="3"/>
          </p:nvPr>
        </p:nvSpPr>
        <p:spPr>
          <a:xfrm>
            <a:off x="5966511" y="1945341"/>
            <a:ext cx="5040000" cy="2340000"/>
          </a:xfrm>
          <a:prstGeom prst="rect">
            <a:avLst/>
          </a:prstGeom>
          <a:noFill/>
          <a:ln>
            <a:noFill/>
          </a:ln>
        </p:spPr>
      </p:sp>
      <p:sp>
        <p:nvSpPr>
          <p:cNvPr id="60" name="Google Shape;60;p7"/>
          <p:cNvSpPr>
            <a:spLocks noGrp="1"/>
          </p:cNvSpPr>
          <p:nvPr>
            <p:ph type="pic" idx="4"/>
          </p:nvPr>
        </p:nvSpPr>
        <p:spPr>
          <a:xfrm>
            <a:off x="811805" y="4401671"/>
            <a:ext cx="5040000" cy="2340000"/>
          </a:xfrm>
          <a:prstGeom prst="rect">
            <a:avLst/>
          </a:prstGeom>
          <a:noFill/>
          <a:ln>
            <a:noFill/>
          </a:ln>
        </p:spPr>
      </p:sp>
      <p:sp>
        <p:nvSpPr>
          <p:cNvPr id="61" name="Google Shape;61;p7"/>
          <p:cNvSpPr>
            <a:spLocks noGrp="1"/>
          </p:cNvSpPr>
          <p:nvPr>
            <p:ph type="pic" idx="5"/>
          </p:nvPr>
        </p:nvSpPr>
        <p:spPr>
          <a:xfrm>
            <a:off x="5966511" y="4401671"/>
            <a:ext cx="5040000" cy="2340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Picture with Caption" type="picTx">
  <p:cSld name="PICTURE_WITH_CAPTION_TEXT">
    <p:spTree>
      <p:nvGrpSpPr>
        <p:cNvPr id="1" name="Shape 62"/>
        <p:cNvGrpSpPr/>
        <p:nvPr/>
      </p:nvGrpSpPr>
      <p:grpSpPr>
        <a:xfrm>
          <a:off x="0" y="0"/>
          <a:ext cx="0" cy="0"/>
          <a:chOff x="0" y="0"/>
          <a:chExt cx="0" cy="0"/>
        </a:xfrm>
      </p:grpSpPr>
      <p:sp>
        <p:nvSpPr>
          <p:cNvPr id="63" name="Google Shape;63;p8"/>
          <p:cNvSpPr txBox="1">
            <a:spLocks noGrp="1"/>
          </p:cNvSpPr>
          <p:nvPr>
            <p:ph type="title"/>
          </p:nvPr>
        </p:nvSpPr>
        <p:spPr>
          <a:xfrm>
            <a:off x="811804" y="4663677"/>
            <a:ext cx="99639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400"/>
              <a:buFont typeface="Poppin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a:spLocks noGrp="1"/>
          </p:cNvSpPr>
          <p:nvPr>
            <p:ph type="pic" idx="2"/>
          </p:nvPr>
        </p:nvSpPr>
        <p:spPr>
          <a:xfrm>
            <a:off x="811804" y="1070754"/>
            <a:ext cx="4860000" cy="3456000"/>
          </a:xfrm>
          <a:prstGeom prst="rect">
            <a:avLst/>
          </a:prstGeom>
          <a:noFill/>
          <a:ln>
            <a:noFill/>
          </a:ln>
        </p:spPr>
      </p:sp>
      <p:sp>
        <p:nvSpPr>
          <p:cNvPr id="65" name="Google Shape;65;p8"/>
          <p:cNvSpPr txBox="1">
            <a:spLocks noGrp="1"/>
          </p:cNvSpPr>
          <p:nvPr>
            <p:ph type="body" idx="1"/>
          </p:nvPr>
        </p:nvSpPr>
        <p:spPr>
          <a:xfrm>
            <a:off x="811804" y="5230415"/>
            <a:ext cx="9963900" cy="6741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Font typeface="Poppins"/>
              <a:buNone/>
              <a:defRPr sz="1200">
                <a:latin typeface="Poppins"/>
                <a:ea typeface="Poppins"/>
                <a:cs typeface="Poppins"/>
                <a:sym typeface="Poppins"/>
              </a:defRPr>
            </a:lvl1pPr>
            <a:lvl2pPr marL="914400" lvl="1" indent="-228600" algn="l">
              <a:spcBef>
                <a:spcPts val="1000"/>
              </a:spcBef>
              <a:spcAft>
                <a:spcPts val="0"/>
              </a:spcAft>
              <a:buSzPts val="960"/>
              <a:buFont typeface="Poppins"/>
              <a:buNone/>
              <a:defRPr sz="1200">
                <a:latin typeface="Poppins"/>
                <a:ea typeface="Poppins"/>
                <a:cs typeface="Poppins"/>
                <a:sym typeface="Poppins"/>
              </a:defRPr>
            </a:lvl2pPr>
            <a:lvl3pPr marL="1371600" lvl="2" indent="-228600" algn="l">
              <a:spcBef>
                <a:spcPts val="1000"/>
              </a:spcBef>
              <a:spcAft>
                <a:spcPts val="0"/>
              </a:spcAft>
              <a:buSzPts val="800"/>
              <a:buFont typeface="Poppins"/>
              <a:buNone/>
              <a:defRPr sz="1000">
                <a:latin typeface="Poppins"/>
                <a:ea typeface="Poppins"/>
                <a:cs typeface="Poppins"/>
                <a:sym typeface="Poppins"/>
              </a:defRPr>
            </a:lvl3pPr>
            <a:lvl4pPr marL="1828800" lvl="3" indent="-228600" algn="l">
              <a:spcBef>
                <a:spcPts val="1000"/>
              </a:spcBef>
              <a:spcAft>
                <a:spcPts val="0"/>
              </a:spcAft>
              <a:buSzPts val="720"/>
              <a:buFont typeface="Poppins"/>
              <a:buNone/>
              <a:defRPr sz="900">
                <a:latin typeface="Poppins"/>
                <a:ea typeface="Poppins"/>
                <a:cs typeface="Poppins"/>
                <a:sym typeface="Poppins"/>
              </a:defRPr>
            </a:lvl4pPr>
            <a:lvl5pPr marL="2286000" lvl="4" indent="-228600" algn="l">
              <a:spcBef>
                <a:spcPts val="1000"/>
              </a:spcBef>
              <a:spcAft>
                <a:spcPts val="0"/>
              </a:spcAft>
              <a:buSzPts val="720"/>
              <a:buFont typeface="Poppins"/>
              <a:buNone/>
              <a:defRPr sz="900">
                <a:latin typeface="Poppins"/>
                <a:ea typeface="Poppins"/>
                <a:cs typeface="Poppins"/>
                <a:sym typeface="Poppins"/>
              </a:defRPr>
            </a:lvl5pPr>
            <a:lvl6pPr marL="2743200" lvl="5" indent="-228600" algn="l">
              <a:spcBef>
                <a:spcPts val="1000"/>
              </a:spcBef>
              <a:spcAft>
                <a:spcPts val="0"/>
              </a:spcAft>
              <a:buSzPts val="720"/>
              <a:buFont typeface="Poppins"/>
              <a:buNone/>
              <a:defRPr sz="900">
                <a:latin typeface="Poppins"/>
                <a:ea typeface="Poppins"/>
                <a:cs typeface="Poppins"/>
                <a:sym typeface="Poppins"/>
              </a:defRPr>
            </a:lvl6pPr>
            <a:lvl7pPr marL="3200400" lvl="6" indent="-228600" algn="l">
              <a:spcBef>
                <a:spcPts val="1000"/>
              </a:spcBef>
              <a:spcAft>
                <a:spcPts val="0"/>
              </a:spcAft>
              <a:buSzPts val="720"/>
              <a:buFont typeface="Poppins"/>
              <a:buNone/>
              <a:defRPr sz="900">
                <a:latin typeface="Poppins"/>
                <a:ea typeface="Poppins"/>
                <a:cs typeface="Poppins"/>
                <a:sym typeface="Poppins"/>
              </a:defRPr>
            </a:lvl7pPr>
            <a:lvl8pPr marL="3657600" lvl="7" indent="-228600" algn="l">
              <a:spcBef>
                <a:spcPts val="1000"/>
              </a:spcBef>
              <a:spcAft>
                <a:spcPts val="0"/>
              </a:spcAft>
              <a:buSzPts val="720"/>
              <a:buFont typeface="Poppins"/>
              <a:buNone/>
              <a:defRPr sz="900">
                <a:latin typeface="Poppins"/>
                <a:ea typeface="Poppins"/>
                <a:cs typeface="Poppins"/>
                <a:sym typeface="Poppins"/>
              </a:defRPr>
            </a:lvl8pPr>
            <a:lvl9pPr marL="4114800" lvl="8" indent="-228600" algn="l">
              <a:spcBef>
                <a:spcPts val="1000"/>
              </a:spcBef>
              <a:spcAft>
                <a:spcPts val="0"/>
              </a:spcAft>
              <a:buSzPts val="720"/>
              <a:buFont typeface="Poppins"/>
              <a:buNone/>
              <a:defRPr sz="900">
                <a:latin typeface="Poppins"/>
                <a:ea typeface="Poppins"/>
                <a:cs typeface="Poppins"/>
                <a:sym typeface="Poppins"/>
              </a:defRPr>
            </a:lvl9pPr>
          </a:lstStyle>
          <a:p>
            <a:endParaRPr/>
          </a:p>
        </p:txBody>
      </p:sp>
      <p:sp>
        <p:nvSpPr>
          <p:cNvPr id="66" name="Google Shape;66;p8"/>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i="0" u="none" strike="noStrike" cap="none">
                <a:solidFill>
                  <a:schemeClr val="accent1"/>
                </a:solidFill>
              </a:defRPr>
            </a:lvl1pPr>
            <a:lvl2pPr marL="0" lvl="1" indent="0" algn="r">
              <a:spcBef>
                <a:spcPts val="0"/>
              </a:spcBef>
              <a:buNone/>
              <a:defRPr i="0" u="none" strike="noStrike" cap="none">
                <a:solidFill>
                  <a:schemeClr val="accent1"/>
                </a:solidFill>
              </a:defRPr>
            </a:lvl2pPr>
            <a:lvl3pPr marL="0" lvl="2" indent="0" algn="r">
              <a:spcBef>
                <a:spcPts val="0"/>
              </a:spcBef>
              <a:buNone/>
              <a:defRPr i="0" u="none" strike="noStrike" cap="none">
                <a:solidFill>
                  <a:schemeClr val="accent1"/>
                </a:solidFill>
              </a:defRPr>
            </a:lvl3pPr>
            <a:lvl4pPr marL="0" lvl="3" indent="0" algn="r">
              <a:spcBef>
                <a:spcPts val="0"/>
              </a:spcBef>
              <a:buNone/>
              <a:defRPr i="0" u="none" strike="noStrike" cap="none">
                <a:solidFill>
                  <a:schemeClr val="accent1"/>
                </a:solidFill>
              </a:defRPr>
            </a:lvl4pPr>
            <a:lvl5pPr marL="0" lvl="4" indent="0" algn="r">
              <a:spcBef>
                <a:spcPts val="0"/>
              </a:spcBef>
              <a:buNone/>
              <a:defRPr i="0" u="none" strike="noStrike" cap="none">
                <a:solidFill>
                  <a:schemeClr val="accent1"/>
                </a:solidFill>
              </a:defRPr>
            </a:lvl5pPr>
            <a:lvl6pPr marL="0" lvl="5" indent="0" algn="r">
              <a:spcBef>
                <a:spcPts val="0"/>
              </a:spcBef>
              <a:buNone/>
              <a:defRPr i="0" u="none" strike="noStrike" cap="none">
                <a:solidFill>
                  <a:schemeClr val="accent1"/>
                </a:solidFill>
              </a:defRPr>
            </a:lvl6pPr>
            <a:lvl7pPr marL="0" lvl="6" indent="0" algn="r">
              <a:spcBef>
                <a:spcPts val="0"/>
              </a:spcBef>
              <a:buNone/>
              <a:defRPr i="0" u="none" strike="noStrike" cap="none">
                <a:solidFill>
                  <a:schemeClr val="accent1"/>
                </a:solidFill>
              </a:defRPr>
            </a:lvl7pPr>
            <a:lvl8pPr marL="0" lvl="7" indent="0" algn="r">
              <a:spcBef>
                <a:spcPts val="0"/>
              </a:spcBef>
              <a:buNone/>
              <a:defRPr i="0" u="none" strike="noStrike" cap="none">
                <a:solidFill>
                  <a:schemeClr val="accent1"/>
                </a:solidFill>
              </a:defRPr>
            </a:lvl8pPr>
            <a:lvl9pPr marL="0" lvl="8" indent="0" algn="r">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67" name="Google Shape;67;p8"/>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68" name="Google Shape;68;p8"/>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69" name="Google Shape;69;p8"/>
          <p:cNvSpPr>
            <a:spLocks noGrp="1"/>
          </p:cNvSpPr>
          <p:nvPr>
            <p:ph type="pic" idx="3"/>
          </p:nvPr>
        </p:nvSpPr>
        <p:spPr>
          <a:xfrm>
            <a:off x="5915575" y="1070754"/>
            <a:ext cx="4860000" cy="34560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a:off x="2533448" y="201107"/>
            <a:ext cx="8242200" cy="9489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i="0" u="none" strike="noStrike" cap="none">
                <a:solidFill>
                  <a:schemeClr val="accent1"/>
                </a:solidFill>
              </a:defRPr>
            </a:lvl1pPr>
            <a:lvl2pPr marL="0" lvl="1" indent="0" algn="r">
              <a:spcBef>
                <a:spcPts val="0"/>
              </a:spcBef>
              <a:buNone/>
              <a:defRPr i="0" u="none" strike="noStrike" cap="none">
                <a:solidFill>
                  <a:schemeClr val="accent1"/>
                </a:solidFill>
              </a:defRPr>
            </a:lvl2pPr>
            <a:lvl3pPr marL="0" lvl="2" indent="0" algn="r">
              <a:spcBef>
                <a:spcPts val="0"/>
              </a:spcBef>
              <a:buNone/>
              <a:defRPr i="0" u="none" strike="noStrike" cap="none">
                <a:solidFill>
                  <a:schemeClr val="accent1"/>
                </a:solidFill>
              </a:defRPr>
            </a:lvl3pPr>
            <a:lvl4pPr marL="0" lvl="3" indent="0" algn="r">
              <a:spcBef>
                <a:spcPts val="0"/>
              </a:spcBef>
              <a:buNone/>
              <a:defRPr i="0" u="none" strike="noStrike" cap="none">
                <a:solidFill>
                  <a:schemeClr val="accent1"/>
                </a:solidFill>
              </a:defRPr>
            </a:lvl4pPr>
            <a:lvl5pPr marL="0" lvl="4" indent="0" algn="r">
              <a:spcBef>
                <a:spcPts val="0"/>
              </a:spcBef>
              <a:buNone/>
              <a:defRPr i="0" u="none" strike="noStrike" cap="none">
                <a:solidFill>
                  <a:schemeClr val="accent1"/>
                </a:solidFill>
              </a:defRPr>
            </a:lvl5pPr>
            <a:lvl6pPr marL="0" lvl="5" indent="0" algn="r">
              <a:spcBef>
                <a:spcPts val="0"/>
              </a:spcBef>
              <a:buNone/>
              <a:defRPr i="0" u="none" strike="noStrike" cap="none">
                <a:solidFill>
                  <a:schemeClr val="accent1"/>
                </a:solidFill>
              </a:defRPr>
            </a:lvl6pPr>
            <a:lvl7pPr marL="0" lvl="6" indent="0" algn="r">
              <a:spcBef>
                <a:spcPts val="0"/>
              </a:spcBef>
              <a:buNone/>
              <a:defRPr i="0" u="none" strike="noStrike" cap="none">
                <a:solidFill>
                  <a:schemeClr val="accent1"/>
                </a:solidFill>
              </a:defRPr>
            </a:lvl7pPr>
            <a:lvl8pPr marL="0" lvl="7" indent="0" algn="r">
              <a:spcBef>
                <a:spcPts val="0"/>
              </a:spcBef>
              <a:buNone/>
              <a:defRPr i="0" u="none" strike="noStrike" cap="none">
                <a:solidFill>
                  <a:schemeClr val="accent1"/>
                </a:solidFill>
              </a:defRPr>
            </a:lvl8pPr>
            <a:lvl9pPr marL="0" lvl="8" indent="0" algn="r">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73" name="Google Shape;73;p9"/>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74" name="Google Shape;74;p9"/>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800"/>
              <a:buNone/>
              <a:defRPr>
                <a:solidFill>
                  <a:srgbClr val="7F7F7F"/>
                </a:solidFill>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75"/>
        <p:cNvGrpSpPr/>
        <p:nvPr/>
      </p:nvGrpSpPr>
      <p:grpSpPr>
        <a:xfrm>
          <a:off x="0" y="0"/>
          <a:ext cx="0" cy="0"/>
          <a:chOff x="0" y="0"/>
          <a:chExt cx="0" cy="0"/>
        </a:xfrm>
      </p:grpSpPr>
      <p:sp>
        <p:nvSpPr>
          <p:cNvPr id="76" name="Google Shape;76;p10"/>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a:spLocks noGrp="1"/>
          </p:cNvSpPr>
          <p:nvPr>
            <p:ph type="chart" idx="2"/>
          </p:nvPr>
        </p:nvSpPr>
        <p:spPr>
          <a:xfrm>
            <a:off x="811274" y="1131033"/>
            <a:ext cx="9963900" cy="4784100"/>
          </a:xfrm>
          <a:prstGeom prst="rect">
            <a:avLst/>
          </a:prstGeom>
          <a:no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45700" rIns="91425" bIns="45700" anchor="t" anchorCtr="0">
            <a:noAutofit/>
          </a:bodyPr>
          <a:lstStyle>
            <a:lvl1pPr marR="0" lvl="0" algn="l" rtl="0">
              <a:spcBef>
                <a:spcPts val="1000"/>
              </a:spcBef>
              <a:spcAft>
                <a:spcPts val="0"/>
              </a:spcAft>
              <a:buClr>
                <a:srgbClr val="009646"/>
              </a:buClr>
              <a:buSzPts val="1920"/>
              <a:buFont typeface="Noto Sans Symbols"/>
              <a:buChar char="❖"/>
              <a:defRPr sz="2400" b="0" i="0" u="none" strike="noStrike" cap="none">
                <a:solidFill>
                  <a:srgbClr val="595959"/>
                </a:solidFill>
                <a:latin typeface="Poppins Light"/>
                <a:ea typeface="Poppins Light"/>
                <a:cs typeface="Poppins Light"/>
                <a:sym typeface="Poppins Light"/>
              </a:defRPr>
            </a:lvl1pPr>
            <a:lvl2pPr marR="0" lvl="1" algn="l" rtl="0">
              <a:spcBef>
                <a:spcPts val="1000"/>
              </a:spcBef>
              <a:spcAft>
                <a:spcPts val="0"/>
              </a:spcAft>
              <a:buClr>
                <a:srgbClr val="009646"/>
              </a:buClr>
              <a:buSzPts val="1440"/>
              <a:buFont typeface="Noto Sans Symbols"/>
              <a:buChar char="⮚"/>
              <a:defRPr sz="1800" b="0" i="0" u="none" strike="noStrike" cap="none">
                <a:solidFill>
                  <a:srgbClr val="595959"/>
                </a:solidFill>
                <a:latin typeface="Poppins Light"/>
                <a:ea typeface="Poppins Light"/>
                <a:cs typeface="Poppins Light"/>
                <a:sym typeface="Poppins Light"/>
              </a:defRPr>
            </a:lvl2pPr>
            <a:lvl3pPr marR="0" lvl="2" algn="l" rtl="0">
              <a:spcBef>
                <a:spcPts val="1000"/>
              </a:spcBef>
              <a:spcAft>
                <a:spcPts val="0"/>
              </a:spcAft>
              <a:buClr>
                <a:srgbClr val="009646"/>
              </a:buClr>
              <a:buSzPts val="1280"/>
              <a:buFont typeface="Noto Sans Symbols"/>
              <a:buChar char="✔"/>
              <a:defRPr sz="1600" b="0" i="0" u="none" strike="noStrike" cap="none">
                <a:solidFill>
                  <a:srgbClr val="595959"/>
                </a:solidFill>
                <a:latin typeface="Poppins Light"/>
                <a:ea typeface="Poppins Light"/>
                <a:cs typeface="Poppins Light"/>
                <a:sym typeface="Poppins Light"/>
              </a:defRPr>
            </a:lvl3pPr>
            <a:lvl4pPr marR="0" lvl="3" algn="l" rtl="0">
              <a:spcBef>
                <a:spcPts val="1000"/>
              </a:spcBef>
              <a:spcAft>
                <a:spcPts val="0"/>
              </a:spcAft>
              <a:buClr>
                <a:srgbClr val="009646"/>
              </a:buClr>
              <a:buSzPts val="1120"/>
              <a:buFont typeface="Courier New"/>
              <a:buChar char="o"/>
              <a:defRPr sz="1400" b="0" i="0" u="none" strike="noStrike" cap="none">
                <a:solidFill>
                  <a:srgbClr val="595959"/>
                </a:solidFill>
                <a:latin typeface="Poppins Light"/>
                <a:ea typeface="Poppins Light"/>
                <a:cs typeface="Poppins Light"/>
                <a:sym typeface="Poppins Light"/>
              </a:defRPr>
            </a:lvl4pPr>
            <a:lvl5pPr marR="0" lvl="4" algn="l" rtl="0">
              <a:spcBef>
                <a:spcPts val="1000"/>
              </a:spcBef>
              <a:spcAft>
                <a:spcPts val="0"/>
              </a:spcAft>
              <a:buClr>
                <a:srgbClr val="009646"/>
              </a:buClr>
              <a:buSzPts val="1120"/>
              <a:buFont typeface="Arial"/>
              <a:buChar char="•"/>
              <a:defRPr sz="1400" b="0" i="0" u="none" strike="noStrike" cap="none">
                <a:solidFill>
                  <a:srgbClr val="595959"/>
                </a:solidFill>
                <a:latin typeface="Poppins Light"/>
                <a:ea typeface="Poppins Light"/>
                <a:cs typeface="Poppins Light"/>
                <a:sym typeface="Poppins Light"/>
              </a:defRPr>
            </a:lvl5pPr>
            <a:lvl6pPr marR="0" lvl="5"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R="0" lvl="6"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R="0" lvl="7"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R="0" lvl="8"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78" name="Google Shape;78;p10"/>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79" name="Google Shape;79;p10"/>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80" name="Google Shape;80;p10"/>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1"/>
        <p:cNvGrpSpPr/>
        <p:nvPr/>
      </p:nvGrpSpPr>
      <p:grpSpPr>
        <a:xfrm>
          <a:off x="0" y="0"/>
          <a:ext cx="0" cy="0"/>
          <a:chOff x="0" y="0"/>
          <a:chExt cx="0" cy="0"/>
        </a:xfrm>
      </p:grpSpPr>
      <p:sp>
        <p:nvSpPr>
          <p:cNvPr id="82" name="Google Shape;82;p11"/>
          <p:cNvSpPr txBox="1">
            <a:spLocks noGrp="1"/>
          </p:cNvSpPr>
          <p:nvPr>
            <p:ph type="title"/>
          </p:nvPr>
        </p:nvSpPr>
        <p:spPr>
          <a:xfrm>
            <a:off x="2526306" y="207169"/>
            <a:ext cx="8249400" cy="9375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
          <p:cNvSpPr txBox="1">
            <a:spLocks noGrp="1"/>
          </p:cNvSpPr>
          <p:nvPr>
            <p:ph type="body" idx="1"/>
          </p:nvPr>
        </p:nvSpPr>
        <p:spPr>
          <a:xfrm>
            <a:off x="811805" y="1144587"/>
            <a:ext cx="4854000" cy="47634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84" name="Google Shape;84;p11"/>
          <p:cNvSpPr txBox="1">
            <a:spLocks noGrp="1"/>
          </p:cNvSpPr>
          <p:nvPr>
            <p:ph type="body" idx="2"/>
          </p:nvPr>
        </p:nvSpPr>
        <p:spPr>
          <a:xfrm>
            <a:off x="5921688" y="1144587"/>
            <a:ext cx="4854000" cy="47634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85" name="Google Shape;85;p11"/>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86" name="Google Shape;86;p11"/>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87" name="Google Shape;87;p11"/>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3600"/>
              <a:buFont typeface="Poppin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body" idx="1"/>
          </p:nvPr>
        </p:nvSpPr>
        <p:spPr>
          <a:xfrm>
            <a:off x="811805" y="1136556"/>
            <a:ext cx="4860900" cy="5763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Poppins Light"/>
              <a:buNone/>
              <a:defRPr sz="2400">
                <a:solidFill>
                  <a:srgbClr val="009646"/>
                </a:solidFill>
              </a:defRPr>
            </a:lvl1pPr>
            <a:lvl2pPr marL="914400" lvl="1" indent="-228600" algn="l">
              <a:spcBef>
                <a:spcPts val="1000"/>
              </a:spcBef>
              <a:spcAft>
                <a:spcPts val="0"/>
              </a:spcAft>
              <a:buSzPts val="1600"/>
              <a:buFont typeface="Poppins Light"/>
              <a:buNone/>
              <a:defRPr sz="2000"/>
            </a:lvl2pPr>
            <a:lvl3pPr marL="1371600" lvl="2" indent="-228600" algn="l">
              <a:spcBef>
                <a:spcPts val="1000"/>
              </a:spcBef>
              <a:spcAft>
                <a:spcPts val="0"/>
              </a:spcAft>
              <a:buSzPts val="1440"/>
              <a:buFont typeface="Poppins Light"/>
              <a:buNone/>
              <a:defRPr sz="1800"/>
            </a:lvl3pPr>
            <a:lvl4pPr marL="1828800" lvl="3" indent="-228600" algn="l">
              <a:spcBef>
                <a:spcPts val="1000"/>
              </a:spcBef>
              <a:spcAft>
                <a:spcPts val="0"/>
              </a:spcAft>
              <a:buSzPts val="1280"/>
              <a:buFont typeface="Poppins Light"/>
              <a:buNone/>
              <a:defRPr sz="1600"/>
            </a:lvl4pPr>
            <a:lvl5pPr marL="2286000" lvl="4" indent="-228600" algn="l">
              <a:spcBef>
                <a:spcPts val="1000"/>
              </a:spcBef>
              <a:spcAft>
                <a:spcPts val="0"/>
              </a:spcAft>
              <a:buSzPts val="1280"/>
              <a:buFont typeface="Poppins Light"/>
              <a:buNone/>
              <a:defRPr sz="1600"/>
            </a:lvl5pPr>
            <a:lvl6pPr marL="2743200" lvl="5" indent="-228600" algn="l">
              <a:spcBef>
                <a:spcPts val="1000"/>
              </a:spcBef>
              <a:spcAft>
                <a:spcPts val="0"/>
              </a:spcAft>
              <a:buSzPts val="1280"/>
              <a:buFont typeface="Poppins Light"/>
              <a:buNone/>
              <a:defRPr sz="1600">
                <a:latin typeface="Poppins Light"/>
                <a:ea typeface="Poppins Light"/>
                <a:cs typeface="Poppins Light"/>
                <a:sym typeface="Poppins Light"/>
              </a:defRPr>
            </a:lvl6pPr>
            <a:lvl7pPr marL="3200400" lvl="6" indent="-228600" algn="l">
              <a:spcBef>
                <a:spcPts val="1000"/>
              </a:spcBef>
              <a:spcAft>
                <a:spcPts val="0"/>
              </a:spcAft>
              <a:buSzPts val="1280"/>
              <a:buFont typeface="Poppins Light"/>
              <a:buNone/>
              <a:defRPr sz="1600">
                <a:latin typeface="Poppins Light"/>
                <a:ea typeface="Poppins Light"/>
                <a:cs typeface="Poppins Light"/>
                <a:sym typeface="Poppins Light"/>
              </a:defRPr>
            </a:lvl7pPr>
            <a:lvl8pPr marL="3657600" lvl="7" indent="-228600" algn="l">
              <a:spcBef>
                <a:spcPts val="1000"/>
              </a:spcBef>
              <a:spcAft>
                <a:spcPts val="0"/>
              </a:spcAft>
              <a:buSzPts val="1280"/>
              <a:buFont typeface="Poppins Light"/>
              <a:buNone/>
              <a:defRPr sz="1600">
                <a:latin typeface="Poppins Light"/>
                <a:ea typeface="Poppins Light"/>
                <a:cs typeface="Poppins Light"/>
                <a:sym typeface="Poppins Light"/>
              </a:defRPr>
            </a:lvl8pPr>
            <a:lvl9pPr marL="4114800" lvl="8" indent="-228600" algn="l">
              <a:spcBef>
                <a:spcPts val="1000"/>
              </a:spcBef>
              <a:spcAft>
                <a:spcPts val="0"/>
              </a:spcAft>
              <a:buSzPts val="1280"/>
              <a:buFont typeface="Poppins Light"/>
              <a:buNone/>
              <a:defRPr sz="1600">
                <a:latin typeface="Poppins Light"/>
                <a:ea typeface="Poppins Light"/>
                <a:cs typeface="Poppins Light"/>
                <a:sym typeface="Poppins Light"/>
              </a:defRPr>
            </a:lvl9pPr>
          </a:lstStyle>
          <a:p>
            <a:endParaRPr/>
          </a:p>
        </p:txBody>
      </p:sp>
      <p:sp>
        <p:nvSpPr>
          <p:cNvPr id="91" name="Google Shape;91;p12"/>
          <p:cNvSpPr txBox="1">
            <a:spLocks noGrp="1"/>
          </p:cNvSpPr>
          <p:nvPr>
            <p:ph type="body" idx="2"/>
          </p:nvPr>
        </p:nvSpPr>
        <p:spPr>
          <a:xfrm>
            <a:off x="811805" y="1712818"/>
            <a:ext cx="4860900" cy="41949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92" name="Google Shape;92;p12"/>
          <p:cNvSpPr txBox="1">
            <a:spLocks noGrp="1"/>
          </p:cNvSpPr>
          <p:nvPr>
            <p:ph type="body" idx="3"/>
          </p:nvPr>
        </p:nvSpPr>
        <p:spPr>
          <a:xfrm>
            <a:off x="5914727" y="1136556"/>
            <a:ext cx="4860900" cy="5763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Poppins Light"/>
              <a:buNone/>
              <a:defRPr sz="2400">
                <a:solidFill>
                  <a:srgbClr val="009646"/>
                </a:solidFill>
              </a:defRPr>
            </a:lvl1pPr>
            <a:lvl2pPr marL="914400" lvl="1" indent="-228600" algn="l">
              <a:spcBef>
                <a:spcPts val="1000"/>
              </a:spcBef>
              <a:spcAft>
                <a:spcPts val="0"/>
              </a:spcAft>
              <a:buSzPts val="1600"/>
              <a:buFont typeface="Poppins Light"/>
              <a:buNone/>
              <a:defRPr sz="2000"/>
            </a:lvl2pPr>
            <a:lvl3pPr marL="1371600" lvl="2" indent="-228600" algn="l">
              <a:spcBef>
                <a:spcPts val="1000"/>
              </a:spcBef>
              <a:spcAft>
                <a:spcPts val="0"/>
              </a:spcAft>
              <a:buSzPts val="1440"/>
              <a:buFont typeface="Poppins Light"/>
              <a:buNone/>
              <a:defRPr sz="1800"/>
            </a:lvl3pPr>
            <a:lvl4pPr marL="1828800" lvl="3" indent="-228600" algn="l">
              <a:spcBef>
                <a:spcPts val="1000"/>
              </a:spcBef>
              <a:spcAft>
                <a:spcPts val="0"/>
              </a:spcAft>
              <a:buSzPts val="1280"/>
              <a:buFont typeface="Poppins Light"/>
              <a:buNone/>
              <a:defRPr sz="1600"/>
            </a:lvl4pPr>
            <a:lvl5pPr marL="2286000" lvl="4" indent="-228600" algn="l">
              <a:spcBef>
                <a:spcPts val="1000"/>
              </a:spcBef>
              <a:spcAft>
                <a:spcPts val="0"/>
              </a:spcAft>
              <a:buSzPts val="1280"/>
              <a:buFont typeface="Poppins Light"/>
              <a:buNone/>
              <a:defRPr sz="1600"/>
            </a:lvl5pPr>
            <a:lvl6pPr marL="2743200" lvl="5" indent="-228600" algn="l">
              <a:spcBef>
                <a:spcPts val="1000"/>
              </a:spcBef>
              <a:spcAft>
                <a:spcPts val="0"/>
              </a:spcAft>
              <a:buSzPts val="1280"/>
              <a:buFont typeface="Poppins Light"/>
              <a:buNone/>
              <a:defRPr sz="1600">
                <a:latin typeface="Poppins Light"/>
                <a:ea typeface="Poppins Light"/>
                <a:cs typeface="Poppins Light"/>
                <a:sym typeface="Poppins Light"/>
              </a:defRPr>
            </a:lvl6pPr>
            <a:lvl7pPr marL="3200400" lvl="6" indent="-228600" algn="l">
              <a:spcBef>
                <a:spcPts val="1000"/>
              </a:spcBef>
              <a:spcAft>
                <a:spcPts val="0"/>
              </a:spcAft>
              <a:buSzPts val="1280"/>
              <a:buFont typeface="Poppins Light"/>
              <a:buNone/>
              <a:defRPr sz="1600">
                <a:latin typeface="Poppins Light"/>
                <a:ea typeface="Poppins Light"/>
                <a:cs typeface="Poppins Light"/>
                <a:sym typeface="Poppins Light"/>
              </a:defRPr>
            </a:lvl7pPr>
            <a:lvl8pPr marL="3657600" lvl="7" indent="-228600" algn="l">
              <a:spcBef>
                <a:spcPts val="1000"/>
              </a:spcBef>
              <a:spcAft>
                <a:spcPts val="0"/>
              </a:spcAft>
              <a:buSzPts val="1280"/>
              <a:buFont typeface="Poppins Light"/>
              <a:buNone/>
              <a:defRPr sz="1600">
                <a:latin typeface="Poppins Light"/>
                <a:ea typeface="Poppins Light"/>
                <a:cs typeface="Poppins Light"/>
                <a:sym typeface="Poppins Light"/>
              </a:defRPr>
            </a:lvl8pPr>
            <a:lvl9pPr marL="4114800" lvl="8" indent="-228600" algn="l">
              <a:spcBef>
                <a:spcPts val="1000"/>
              </a:spcBef>
              <a:spcAft>
                <a:spcPts val="0"/>
              </a:spcAft>
              <a:buSzPts val="1280"/>
              <a:buFont typeface="Poppins Light"/>
              <a:buNone/>
              <a:defRPr sz="1600">
                <a:latin typeface="Poppins Light"/>
                <a:ea typeface="Poppins Light"/>
                <a:cs typeface="Poppins Light"/>
                <a:sym typeface="Poppins Light"/>
              </a:defRPr>
            </a:lvl9pPr>
          </a:lstStyle>
          <a:p>
            <a:endParaRPr/>
          </a:p>
        </p:txBody>
      </p:sp>
      <p:sp>
        <p:nvSpPr>
          <p:cNvPr id="93" name="Google Shape;93;p12"/>
          <p:cNvSpPr txBox="1">
            <a:spLocks noGrp="1"/>
          </p:cNvSpPr>
          <p:nvPr>
            <p:ph type="body" idx="4"/>
          </p:nvPr>
        </p:nvSpPr>
        <p:spPr>
          <a:xfrm>
            <a:off x="5914728" y="1712818"/>
            <a:ext cx="4860900" cy="41949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94" name="Google Shape;94;p12"/>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12"/>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96" name="Google Shape;96;p12"/>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7"/>
        <p:cNvGrpSpPr/>
        <p:nvPr/>
      </p:nvGrpSpPr>
      <p:grpSpPr>
        <a:xfrm>
          <a:off x="0" y="0"/>
          <a:ext cx="0" cy="0"/>
          <a:chOff x="0" y="0"/>
          <a:chExt cx="0" cy="0"/>
        </a:xfrm>
      </p:grpSpPr>
      <p:sp>
        <p:nvSpPr>
          <p:cNvPr id="98" name="Google Shape;98;p13"/>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99" name="Google Shape;99;p13"/>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00" name="Google Shape;100;p13"/>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811804" y="1167610"/>
            <a:ext cx="5064300" cy="1278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400"/>
              <a:buFont typeface="Poppins"/>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4"/>
          <p:cNvSpPr txBox="1">
            <a:spLocks noGrp="1"/>
          </p:cNvSpPr>
          <p:nvPr>
            <p:ph type="body" idx="1"/>
          </p:nvPr>
        </p:nvSpPr>
        <p:spPr>
          <a:xfrm>
            <a:off x="6262035" y="1167609"/>
            <a:ext cx="4513500" cy="47403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04" name="Google Shape;104;p14"/>
          <p:cNvSpPr txBox="1">
            <a:spLocks noGrp="1"/>
          </p:cNvSpPr>
          <p:nvPr>
            <p:ph type="body" idx="2"/>
          </p:nvPr>
        </p:nvSpPr>
        <p:spPr>
          <a:xfrm>
            <a:off x="811804" y="2446075"/>
            <a:ext cx="5064300" cy="34617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280"/>
              <a:buFont typeface="Poppins Light"/>
              <a:buNone/>
              <a:defRPr sz="1600"/>
            </a:lvl1pPr>
            <a:lvl2pPr marL="914400" lvl="1" indent="-228600" algn="l">
              <a:spcBef>
                <a:spcPts val="1000"/>
              </a:spcBef>
              <a:spcAft>
                <a:spcPts val="0"/>
              </a:spcAft>
              <a:buSzPts val="1120"/>
              <a:buFont typeface="Poppins Light"/>
              <a:buNone/>
              <a:defRPr sz="1400"/>
            </a:lvl2pPr>
            <a:lvl3pPr marL="1371600" lvl="2" indent="-228600" algn="l">
              <a:spcBef>
                <a:spcPts val="1000"/>
              </a:spcBef>
              <a:spcAft>
                <a:spcPts val="0"/>
              </a:spcAft>
              <a:buSzPts val="960"/>
              <a:buFont typeface="Poppins Light"/>
              <a:buNone/>
              <a:defRPr sz="1200"/>
            </a:lvl3pPr>
            <a:lvl4pPr marL="1828800" lvl="3" indent="-228600" algn="l">
              <a:spcBef>
                <a:spcPts val="1000"/>
              </a:spcBef>
              <a:spcAft>
                <a:spcPts val="0"/>
              </a:spcAft>
              <a:buSzPts val="800"/>
              <a:buFont typeface="Poppins Light"/>
              <a:buNone/>
              <a:defRPr sz="1000"/>
            </a:lvl4pPr>
            <a:lvl5pPr marL="2286000" lvl="4" indent="-228600" algn="l">
              <a:spcBef>
                <a:spcPts val="1000"/>
              </a:spcBef>
              <a:spcAft>
                <a:spcPts val="0"/>
              </a:spcAft>
              <a:buSzPts val="800"/>
              <a:buFont typeface="Poppins Light"/>
              <a:buNone/>
              <a:defRPr sz="1000"/>
            </a:lvl5pPr>
            <a:lvl6pPr marL="2743200" lvl="5" indent="-228600" algn="l">
              <a:spcBef>
                <a:spcPts val="1000"/>
              </a:spcBef>
              <a:spcAft>
                <a:spcPts val="0"/>
              </a:spcAft>
              <a:buSzPts val="800"/>
              <a:buFont typeface="Poppins Light"/>
              <a:buNone/>
              <a:defRPr sz="1000">
                <a:latin typeface="Poppins Light"/>
                <a:ea typeface="Poppins Light"/>
                <a:cs typeface="Poppins Light"/>
                <a:sym typeface="Poppins Light"/>
              </a:defRPr>
            </a:lvl6pPr>
            <a:lvl7pPr marL="3200400" lvl="6" indent="-228600" algn="l">
              <a:spcBef>
                <a:spcPts val="1000"/>
              </a:spcBef>
              <a:spcAft>
                <a:spcPts val="0"/>
              </a:spcAft>
              <a:buSzPts val="800"/>
              <a:buFont typeface="Poppins Light"/>
              <a:buNone/>
              <a:defRPr sz="1000">
                <a:latin typeface="Poppins Light"/>
                <a:ea typeface="Poppins Light"/>
                <a:cs typeface="Poppins Light"/>
                <a:sym typeface="Poppins Light"/>
              </a:defRPr>
            </a:lvl7pPr>
            <a:lvl8pPr marL="3657600" lvl="7" indent="-228600" algn="l">
              <a:spcBef>
                <a:spcPts val="1000"/>
              </a:spcBef>
              <a:spcAft>
                <a:spcPts val="0"/>
              </a:spcAft>
              <a:buSzPts val="800"/>
              <a:buFont typeface="Poppins Light"/>
              <a:buNone/>
              <a:defRPr sz="1000">
                <a:latin typeface="Poppins Light"/>
                <a:ea typeface="Poppins Light"/>
                <a:cs typeface="Poppins Light"/>
                <a:sym typeface="Poppins Light"/>
              </a:defRPr>
            </a:lvl8pPr>
            <a:lvl9pPr marL="4114800" lvl="8" indent="-228600" algn="l">
              <a:spcBef>
                <a:spcPts val="1000"/>
              </a:spcBef>
              <a:spcAft>
                <a:spcPts val="0"/>
              </a:spcAft>
              <a:buSzPts val="800"/>
              <a:buFont typeface="Poppins Light"/>
              <a:buNone/>
              <a:defRPr sz="1000">
                <a:latin typeface="Poppins Light"/>
                <a:ea typeface="Poppins Light"/>
                <a:cs typeface="Poppins Light"/>
                <a:sym typeface="Poppins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811805" y="4627959"/>
            <a:ext cx="85968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800"/>
              <a:buFont typeface="Poppins"/>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5"/>
          <p:cNvSpPr>
            <a:spLocks noGrp="1"/>
          </p:cNvSpPr>
          <p:nvPr>
            <p:ph type="pic" idx="2"/>
          </p:nvPr>
        </p:nvSpPr>
        <p:spPr>
          <a:xfrm>
            <a:off x="811805" y="1003852"/>
            <a:ext cx="9963900" cy="3451500"/>
          </a:xfrm>
          <a:prstGeom prst="rect">
            <a:avLst/>
          </a:prstGeom>
          <a:noFill/>
          <a:ln>
            <a:noFill/>
          </a:ln>
        </p:spPr>
      </p:sp>
      <p:sp>
        <p:nvSpPr>
          <p:cNvPr id="108" name="Google Shape;108;p15"/>
          <p:cNvSpPr txBox="1">
            <a:spLocks noGrp="1"/>
          </p:cNvSpPr>
          <p:nvPr>
            <p:ph type="body" idx="1"/>
          </p:nvPr>
        </p:nvSpPr>
        <p:spPr>
          <a:xfrm>
            <a:off x="811805" y="5194697"/>
            <a:ext cx="8596800" cy="7131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Font typeface="Poppins Light"/>
              <a:buNone/>
              <a:defRPr sz="1400"/>
            </a:lvl1pPr>
            <a:lvl2pPr marL="914400" lvl="1" indent="-228600" algn="l">
              <a:spcBef>
                <a:spcPts val="1000"/>
              </a:spcBef>
              <a:spcAft>
                <a:spcPts val="0"/>
              </a:spcAft>
              <a:buSzPts val="960"/>
              <a:buFont typeface="Poppins Light"/>
              <a:buNone/>
              <a:defRPr sz="1200"/>
            </a:lvl2pPr>
            <a:lvl3pPr marL="1371600" lvl="2" indent="-228600" algn="l">
              <a:spcBef>
                <a:spcPts val="1000"/>
              </a:spcBef>
              <a:spcAft>
                <a:spcPts val="0"/>
              </a:spcAft>
              <a:buSzPts val="800"/>
              <a:buFont typeface="Poppins Light"/>
              <a:buNone/>
              <a:defRPr sz="1000"/>
            </a:lvl3pPr>
            <a:lvl4pPr marL="1828800" lvl="3" indent="-228600" algn="l">
              <a:spcBef>
                <a:spcPts val="1000"/>
              </a:spcBef>
              <a:spcAft>
                <a:spcPts val="0"/>
              </a:spcAft>
              <a:buSzPts val="720"/>
              <a:buFont typeface="Poppins Light"/>
              <a:buNone/>
              <a:defRPr sz="900"/>
            </a:lvl4pPr>
            <a:lvl5pPr marL="2286000" lvl="4" indent="-228600" algn="l">
              <a:spcBef>
                <a:spcPts val="1000"/>
              </a:spcBef>
              <a:spcAft>
                <a:spcPts val="0"/>
              </a:spcAft>
              <a:buSzPts val="720"/>
              <a:buFont typeface="Poppins Light"/>
              <a:buNone/>
              <a:defRPr sz="900"/>
            </a:lvl5pPr>
            <a:lvl6pPr marL="2743200" lvl="5" indent="-228600" algn="l">
              <a:spcBef>
                <a:spcPts val="1000"/>
              </a:spcBef>
              <a:spcAft>
                <a:spcPts val="0"/>
              </a:spcAft>
              <a:buSzPts val="720"/>
              <a:buFont typeface="Poppins Light"/>
              <a:buNone/>
              <a:defRPr sz="900">
                <a:latin typeface="Poppins Light"/>
                <a:ea typeface="Poppins Light"/>
                <a:cs typeface="Poppins Light"/>
                <a:sym typeface="Poppins Light"/>
              </a:defRPr>
            </a:lvl6pPr>
            <a:lvl7pPr marL="3200400" lvl="6" indent="-228600" algn="l">
              <a:spcBef>
                <a:spcPts val="1000"/>
              </a:spcBef>
              <a:spcAft>
                <a:spcPts val="0"/>
              </a:spcAft>
              <a:buSzPts val="720"/>
              <a:buFont typeface="Poppins Light"/>
              <a:buNone/>
              <a:defRPr sz="900">
                <a:latin typeface="Poppins Light"/>
                <a:ea typeface="Poppins Light"/>
                <a:cs typeface="Poppins Light"/>
                <a:sym typeface="Poppins Light"/>
              </a:defRPr>
            </a:lvl7pPr>
            <a:lvl8pPr marL="3657600" lvl="7" indent="-228600" algn="l">
              <a:spcBef>
                <a:spcPts val="1000"/>
              </a:spcBef>
              <a:spcAft>
                <a:spcPts val="0"/>
              </a:spcAft>
              <a:buSzPts val="720"/>
              <a:buFont typeface="Poppins Light"/>
              <a:buNone/>
              <a:defRPr sz="900">
                <a:latin typeface="Poppins Light"/>
                <a:ea typeface="Poppins Light"/>
                <a:cs typeface="Poppins Light"/>
                <a:sym typeface="Poppins Light"/>
              </a:defRPr>
            </a:lvl8pPr>
            <a:lvl9pPr marL="4114800" lvl="8" indent="-228600" algn="l">
              <a:spcBef>
                <a:spcPts val="1000"/>
              </a:spcBef>
              <a:spcAft>
                <a:spcPts val="0"/>
              </a:spcAft>
              <a:buSzPts val="720"/>
              <a:buFont typeface="Poppins Light"/>
              <a:buNone/>
              <a:defRPr sz="900">
                <a:latin typeface="Poppins Light"/>
                <a:ea typeface="Poppins Light"/>
                <a:cs typeface="Poppins Light"/>
                <a:sym typeface="Poppins Light"/>
              </a:defRPr>
            </a:lvl9pPr>
          </a:lstStyle>
          <a:p>
            <a:endParaRPr/>
          </a:p>
        </p:txBody>
      </p:sp>
      <p:sp>
        <p:nvSpPr>
          <p:cNvPr id="109" name="Google Shape;109;p15"/>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10" name="Google Shape;110;p15"/>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11" name="Google Shape;111;p15"/>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Picture with Title">
  <p:cSld name="1_Picture with Title">
    <p:spTree>
      <p:nvGrpSpPr>
        <p:cNvPr id="1" name="Shape 112"/>
        <p:cNvGrpSpPr/>
        <p:nvPr/>
      </p:nvGrpSpPr>
      <p:grpSpPr>
        <a:xfrm>
          <a:off x="0" y="0"/>
          <a:ext cx="0" cy="0"/>
          <a:chOff x="0" y="0"/>
          <a:chExt cx="0" cy="0"/>
        </a:xfrm>
      </p:grpSpPr>
      <p:sp>
        <p:nvSpPr>
          <p:cNvPr id="113" name="Google Shape;113;p16"/>
          <p:cNvSpPr>
            <a:spLocks noGrp="1"/>
          </p:cNvSpPr>
          <p:nvPr>
            <p:ph type="pic" idx="2"/>
          </p:nvPr>
        </p:nvSpPr>
        <p:spPr>
          <a:xfrm>
            <a:off x="0" y="989279"/>
            <a:ext cx="11681100" cy="5868600"/>
          </a:xfrm>
          <a:prstGeom prst="rect">
            <a:avLst/>
          </a:prstGeom>
          <a:noFill/>
          <a:ln>
            <a:noFill/>
          </a:ln>
        </p:spPr>
      </p:sp>
      <p:sp>
        <p:nvSpPr>
          <p:cNvPr id="114" name="Google Shape;114;p16"/>
          <p:cNvSpPr txBox="1">
            <a:spLocks noGrp="1"/>
          </p:cNvSpPr>
          <p:nvPr>
            <p:ph type="title"/>
          </p:nvPr>
        </p:nvSpPr>
        <p:spPr>
          <a:xfrm>
            <a:off x="811805" y="5228594"/>
            <a:ext cx="85968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2800"/>
              <a:buFont typeface="Poppins"/>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6"/>
          <p:cNvSpPr txBox="1">
            <a:spLocks noGrp="1"/>
          </p:cNvSpPr>
          <p:nvPr>
            <p:ph type="body" idx="1"/>
          </p:nvPr>
        </p:nvSpPr>
        <p:spPr>
          <a:xfrm>
            <a:off x="811805" y="5795332"/>
            <a:ext cx="8596800" cy="6741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Font typeface="Poppins Light"/>
              <a:buNone/>
              <a:defRPr sz="1400"/>
            </a:lvl1pPr>
            <a:lvl2pPr marL="914400" lvl="1" indent="-228600" algn="l">
              <a:spcBef>
                <a:spcPts val="1000"/>
              </a:spcBef>
              <a:spcAft>
                <a:spcPts val="0"/>
              </a:spcAft>
              <a:buSzPts val="960"/>
              <a:buFont typeface="Poppins Light"/>
              <a:buNone/>
              <a:defRPr sz="1200"/>
            </a:lvl2pPr>
            <a:lvl3pPr marL="1371600" lvl="2" indent="-228600" algn="l">
              <a:spcBef>
                <a:spcPts val="1000"/>
              </a:spcBef>
              <a:spcAft>
                <a:spcPts val="0"/>
              </a:spcAft>
              <a:buSzPts val="800"/>
              <a:buFont typeface="Poppins Light"/>
              <a:buNone/>
              <a:defRPr sz="1000"/>
            </a:lvl3pPr>
            <a:lvl4pPr marL="1828800" lvl="3" indent="-228600" algn="l">
              <a:spcBef>
                <a:spcPts val="1000"/>
              </a:spcBef>
              <a:spcAft>
                <a:spcPts val="0"/>
              </a:spcAft>
              <a:buSzPts val="720"/>
              <a:buFont typeface="Poppins Light"/>
              <a:buNone/>
              <a:defRPr sz="900"/>
            </a:lvl4pPr>
            <a:lvl5pPr marL="2286000" lvl="4" indent="-228600" algn="l">
              <a:spcBef>
                <a:spcPts val="1000"/>
              </a:spcBef>
              <a:spcAft>
                <a:spcPts val="0"/>
              </a:spcAft>
              <a:buSzPts val="720"/>
              <a:buFont typeface="Poppins Light"/>
              <a:buNone/>
              <a:defRPr sz="900"/>
            </a:lvl5pPr>
            <a:lvl6pPr marL="2743200" lvl="5" indent="-228600" algn="l">
              <a:spcBef>
                <a:spcPts val="1000"/>
              </a:spcBef>
              <a:spcAft>
                <a:spcPts val="0"/>
              </a:spcAft>
              <a:buSzPts val="720"/>
              <a:buFont typeface="Poppins Light"/>
              <a:buNone/>
              <a:defRPr sz="900">
                <a:latin typeface="Poppins Light"/>
                <a:ea typeface="Poppins Light"/>
                <a:cs typeface="Poppins Light"/>
                <a:sym typeface="Poppins Light"/>
              </a:defRPr>
            </a:lvl6pPr>
            <a:lvl7pPr marL="3200400" lvl="6" indent="-228600" algn="l">
              <a:spcBef>
                <a:spcPts val="1000"/>
              </a:spcBef>
              <a:spcAft>
                <a:spcPts val="0"/>
              </a:spcAft>
              <a:buSzPts val="720"/>
              <a:buFont typeface="Poppins Light"/>
              <a:buNone/>
              <a:defRPr sz="900">
                <a:latin typeface="Poppins Light"/>
                <a:ea typeface="Poppins Light"/>
                <a:cs typeface="Poppins Light"/>
                <a:sym typeface="Poppins Light"/>
              </a:defRPr>
            </a:lvl7pPr>
            <a:lvl8pPr marL="3657600" lvl="7" indent="-228600" algn="l">
              <a:spcBef>
                <a:spcPts val="1000"/>
              </a:spcBef>
              <a:spcAft>
                <a:spcPts val="0"/>
              </a:spcAft>
              <a:buSzPts val="720"/>
              <a:buFont typeface="Poppins Light"/>
              <a:buNone/>
              <a:defRPr sz="900">
                <a:latin typeface="Poppins Light"/>
                <a:ea typeface="Poppins Light"/>
                <a:cs typeface="Poppins Light"/>
                <a:sym typeface="Poppins Light"/>
              </a:defRPr>
            </a:lvl8pPr>
            <a:lvl9pPr marL="4114800" lvl="8" indent="-228600" algn="l">
              <a:spcBef>
                <a:spcPts val="1000"/>
              </a:spcBef>
              <a:spcAft>
                <a:spcPts val="0"/>
              </a:spcAft>
              <a:buSzPts val="720"/>
              <a:buFont typeface="Poppins Light"/>
              <a:buNone/>
              <a:defRPr sz="900">
                <a:latin typeface="Poppins Light"/>
                <a:ea typeface="Poppins Light"/>
                <a:cs typeface="Poppins Light"/>
                <a:sym typeface="Poppins Light"/>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811804" y="1182688"/>
            <a:ext cx="8596800" cy="3019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7"/>
          <p:cNvSpPr txBox="1">
            <a:spLocks noGrp="1"/>
          </p:cNvSpPr>
          <p:nvPr>
            <p:ph type="body" idx="1"/>
          </p:nvPr>
        </p:nvSpPr>
        <p:spPr>
          <a:xfrm>
            <a:off x="811804" y="4335722"/>
            <a:ext cx="8596800" cy="15711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Font typeface="Poppins Light"/>
              <a:buNone/>
              <a:defRPr sz="1800">
                <a:solidFill>
                  <a:srgbClr val="3F3F3F"/>
                </a:solidFill>
              </a:defRPr>
            </a:lvl1pPr>
            <a:lvl2pPr marL="914400" lvl="1" indent="-228600" algn="l">
              <a:spcBef>
                <a:spcPts val="1000"/>
              </a:spcBef>
              <a:spcAft>
                <a:spcPts val="0"/>
              </a:spcAft>
              <a:buSzPts val="1440"/>
              <a:buFont typeface="Poppins Light"/>
              <a:buNone/>
              <a:defRPr sz="1800">
                <a:solidFill>
                  <a:srgbClr val="888888"/>
                </a:solidFill>
              </a:defRPr>
            </a:lvl2pPr>
            <a:lvl3pPr marL="1371600" lvl="2" indent="-228600" algn="l">
              <a:spcBef>
                <a:spcPts val="1000"/>
              </a:spcBef>
              <a:spcAft>
                <a:spcPts val="0"/>
              </a:spcAft>
              <a:buSzPts val="1280"/>
              <a:buFont typeface="Poppins Light"/>
              <a:buNone/>
              <a:defRPr sz="1600">
                <a:solidFill>
                  <a:srgbClr val="888888"/>
                </a:solidFill>
              </a:defRPr>
            </a:lvl3pPr>
            <a:lvl4pPr marL="1828800" lvl="3" indent="-228600" algn="l">
              <a:spcBef>
                <a:spcPts val="1000"/>
              </a:spcBef>
              <a:spcAft>
                <a:spcPts val="0"/>
              </a:spcAft>
              <a:buSzPts val="1120"/>
              <a:buFont typeface="Poppins Light"/>
              <a:buNone/>
              <a:defRPr sz="1400">
                <a:solidFill>
                  <a:srgbClr val="888888"/>
                </a:solidFill>
              </a:defRPr>
            </a:lvl4pPr>
            <a:lvl5pPr marL="2286000" lvl="4" indent="-228600" algn="l">
              <a:spcBef>
                <a:spcPts val="1000"/>
              </a:spcBef>
              <a:spcAft>
                <a:spcPts val="0"/>
              </a:spcAft>
              <a:buSzPts val="1120"/>
              <a:buFont typeface="Poppins Light"/>
              <a:buNone/>
              <a:defRPr sz="1400">
                <a:solidFill>
                  <a:srgbClr val="888888"/>
                </a:solidFill>
              </a:defRPr>
            </a:lvl5pPr>
            <a:lvl6pPr marL="2743200" lvl="5"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6pPr>
            <a:lvl7pPr marL="3200400" lvl="6"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7pPr>
            <a:lvl8pPr marL="3657600" lvl="7"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8pPr>
            <a:lvl9pPr marL="4114800" lvl="8"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9pPr>
          </a:lstStyle>
          <a:p>
            <a:endParaRPr/>
          </a:p>
        </p:txBody>
      </p:sp>
      <p:sp>
        <p:nvSpPr>
          <p:cNvPr id="119" name="Google Shape;119;p17"/>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20" name="Google Shape;120;p17"/>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21" name="Google Shape;121;p17"/>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1074769" y="1224690"/>
            <a:ext cx="8094000" cy="2529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8"/>
          <p:cNvSpPr txBox="1">
            <a:spLocks noGrp="1"/>
          </p:cNvSpPr>
          <p:nvPr>
            <p:ph type="body" idx="1"/>
          </p:nvPr>
        </p:nvSpPr>
        <p:spPr>
          <a:xfrm>
            <a:off x="820767" y="4083873"/>
            <a:ext cx="8596800" cy="514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Poppins Light"/>
              <a:buNone/>
              <a:defRPr sz="2400">
                <a:solidFill>
                  <a:srgbClr val="3F3F3F"/>
                </a:solidFill>
              </a:defRPr>
            </a:lvl1pPr>
            <a:lvl2pPr marL="914400" lvl="1" indent="-228600" algn="l">
              <a:spcBef>
                <a:spcPts val="1000"/>
              </a:spcBef>
              <a:spcAft>
                <a:spcPts val="0"/>
              </a:spcAft>
              <a:buSzPts val="1440"/>
              <a:buFont typeface="Poppins Light"/>
              <a:buNone/>
              <a:defRPr/>
            </a:lvl2pPr>
            <a:lvl3pPr marL="1371600" lvl="2" indent="-228600" algn="l">
              <a:spcBef>
                <a:spcPts val="1000"/>
              </a:spcBef>
              <a:spcAft>
                <a:spcPts val="0"/>
              </a:spcAft>
              <a:buSzPts val="1280"/>
              <a:buFont typeface="Poppins Light"/>
              <a:buNone/>
              <a:defRPr/>
            </a:lvl3pPr>
            <a:lvl4pPr marL="1828800" lvl="3" indent="-228600" algn="l">
              <a:spcBef>
                <a:spcPts val="1000"/>
              </a:spcBef>
              <a:spcAft>
                <a:spcPts val="0"/>
              </a:spcAft>
              <a:buSzPts val="1120"/>
              <a:buFont typeface="Poppins Light"/>
              <a:buNone/>
              <a:defRPr/>
            </a:lvl4pPr>
            <a:lvl5pPr marL="2286000" lvl="4" indent="-228600" algn="l">
              <a:spcBef>
                <a:spcPts val="1000"/>
              </a:spcBef>
              <a:spcAft>
                <a:spcPts val="0"/>
              </a:spcAft>
              <a:buSzPts val="1120"/>
              <a:buFont typeface="Poppins Light"/>
              <a:buNone/>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25" name="Google Shape;125;p18"/>
          <p:cNvSpPr txBox="1">
            <a:spLocks noGrp="1"/>
          </p:cNvSpPr>
          <p:nvPr>
            <p:ph type="body" idx="2"/>
          </p:nvPr>
        </p:nvSpPr>
        <p:spPr>
          <a:xfrm>
            <a:off x="820770" y="4598121"/>
            <a:ext cx="8596800" cy="1308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Font typeface="Poppins Light"/>
              <a:buNone/>
              <a:defRPr sz="1800">
                <a:solidFill>
                  <a:srgbClr val="7F7F7F"/>
                </a:solidFill>
              </a:defRPr>
            </a:lvl1pPr>
            <a:lvl2pPr marL="914400" lvl="1" indent="-228600" algn="l">
              <a:spcBef>
                <a:spcPts val="1000"/>
              </a:spcBef>
              <a:spcAft>
                <a:spcPts val="0"/>
              </a:spcAft>
              <a:buSzPts val="1440"/>
              <a:buFont typeface="Poppins Light"/>
              <a:buNone/>
              <a:defRPr sz="1800">
                <a:solidFill>
                  <a:srgbClr val="888888"/>
                </a:solidFill>
              </a:defRPr>
            </a:lvl2pPr>
            <a:lvl3pPr marL="1371600" lvl="2" indent="-228600" algn="l">
              <a:spcBef>
                <a:spcPts val="1000"/>
              </a:spcBef>
              <a:spcAft>
                <a:spcPts val="0"/>
              </a:spcAft>
              <a:buSzPts val="1280"/>
              <a:buFont typeface="Poppins Light"/>
              <a:buNone/>
              <a:defRPr sz="1600">
                <a:solidFill>
                  <a:srgbClr val="888888"/>
                </a:solidFill>
              </a:defRPr>
            </a:lvl3pPr>
            <a:lvl4pPr marL="1828800" lvl="3" indent="-228600" algn="l">
              <a:spcBef>
                <a:spcPts val="1000"/>
              </a:spcBef>
              <a:spcAft>
                <a:spcPts val="0"/>
              </a:spcAft>
              <a:buSzPts val="1120"/>
              <a:buFont typeface="Poppins Light"/>
              <a:buNone/>
              <a:defRPr sz="1400">
                <a:solidFill>
                  <a:srgbClr val="888888"/>
                </a:solidFill>
              </a:defRPr>
            </a:lvl4pPr>
            <a:lvl5pPr marL="2286000" lvl="4" indent="-228600" algn="l">
              <a:spcBef>
                <a:spcPts val="1000"/>
              </a:spcBef>
              <a:spcAft>
                <a:spcPts val="0"/>
              </a:spcAft>
              <a:buSzPts val="1120"/>
              <a:buFont typeface="Poppins Light"/>
              <a:buNone/>
              <a:defRPr sz="1400">
                <a:solidFill>
                  <a:srgbClr val="888888"/>
                </a:solidFill>
              </a:defRPr>
            </a:lvl5pPr>
            <a:lvl6pPr marL="2743200" lvl="5"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6pPr>
            <a:lvl7pPr marL="3200400" lvl="6"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7pPr>
            <a:lvl8pPr marL="3657600" lvl="7"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8pPr>
            <a:lvl9pPr marL="4114800" lvl="8"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9pPr>
          </a:lstStyle>
          <a:p>
            <a:endParaRPr/>
          </a:p>
        </p:txBody>
      </p:sp>
      <p:sp>
        <p:nvSpPr>
          <p:cNvPr id="126" name="Google Shape;126;p18"/>
          <p:cNvSpPr txBox="1"/>
          <p:nvPr/>
        </p:nvSpPr>
        <p:spPr>
          <a:xfrm>
            <a:off x="685305" y="1224690"/>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0070C0"/>
                </a:solidFill>
                <a:latin typeface="Arial"/>
                <a:ea typeface="Arial"/>
                <a:cs typeface="Arial"/>
                <a:sym typeface="Arial"/>
              </a:rPr>
              <a:t>“</a:t>
            </a:r>
            <a:endParaRPr/>
          </a:p>
        </p:txBody>
      </p:sp>
      <p:sp>
        <p:nvSpPr>
          <p:cNvPr id="127" name="Google Shape;127;p18"/>
          <p:cNvSpPr txBox="1"/>
          <p:nvPr/>
        </p:nvSpPr>
        <p:spPr>
          <a:xfrm>
            <a:off x="9036446" y="351460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0070C0"/>
                </a:solidFill>
                <a:latin typeface="Arial"/>
                <a:ea typeface="Arial"/>
                <a:cs typeface="Arial"/>
                <a:sym typeface="Arial"/>
              </a:rPr>
              <a:t>”</a:t>
            </a:r>
            <a:endParaRPr/>
          </a:p>
        </p:txBody>
      </p:sp>
      <p:sp>
        <p:nvSpPr>
          <p:cNvPr id="128" name="Google Shape;128;p18"/>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29" name="Google Shape;129;p18"/>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30" name="Google Shape;130;p18"/>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31"/>
        <p:cNvGrpSpPr/>
        <p:nvPr/>
      </p:nvGrpSpPr>
      <p:grpSpPr>
        <a:xfrm>
          <a:off x="0" y="0"/>
          <a:ext cx="0" cy="0"/>
          <a:chOff x="0" y="0"/>
          <a:chExt cx="0" cy="0"/>
        </a:xfrm>
      </p:grpSpPr>
      <p:sp>
        <p:nvSpPr>
          <p:cNvPr id="132" name="Google Shape;132;p19"/>
          <p:cNvSpPr txBox="1">
            <a:spLocks noGrp="1"/>
          </p:cNvSpPr>
          <p:nvPr>
            <p:ph type="title"/>
          </p:nvPr>
        </p:nvSpPr>
        <p:spPr>
          <a:xfrm>
            <a:off x="1854699" y="1151685"/>
            <a:ext cx="8094000" cy="22533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9"/>
          <p:cNvSpPr txBox="1">
            <a:spLocks noGrp="1"/>
          </p:cNvSpPr>
          <p:nvPr>
            <p:ph type="body" idx="1"/>
          </p:nvPr>
        </p:nvSpPr>
        <p:spPr>
          <a:xfrm>
            <a:off x="2289504" y="3632200"/>
            <a:ext cx="7224600" cy="381000"/>
          </a:xfrm>
          <a:prstGeom prst="rect">
            <a:avLst/>
          </a:prstGeom>
          <a:noFill/>
          <a:ln>
            <a:noFill/>
          </a:ln>
        </p:spPr>
        <p:txBody>
          <a:bodyPr spcFirstLastPara="1" wrap="square" lIns="91425" tIns="45700" rIns="91425" bIns="45700" anchor="ctr" anchorCtr="0">
            <a:noAutofit/>
          </a:bodyPr>
          <a:lstStyle>
            <a:lvl1pPr marL="457200" lvl="0" indent="-228600" algn="ctr">
              <a:spcBef>
                <a:spcPts val="1000"/>
              </a:spcBef>
              <a:spcAft>
                <a:spcPts val="0"/>
              </a:spcAft>
              <a:buSzPts val="1280"/>
              <a:buFont typeface="Poppins Light"/>
              <a:buNone/>
              <a:defRPr sz="1600">
                <a:solidFill>
                  <a:srgbClr val="7F7F7F"/>
                </a:solidFill>
              </a:defRPr>
            </a:lvl1pPr>
            <a:lvl2pPr marL="914400" lvl="1" indent="-228600" algn="l">
              <a:spcBef>
                <a:spcPts val="1000"/>
              </a:spcBef>
              <a:spcAft>
                <a:spcPts val="0"/>
              </a:spcAft>
              <a:buSzPts val="1440"/>
              <a:buFont typeface="Poppins Light"/>
              <a:buNone/>
              <a:defRPr/>
            </a:lvl2pPr>
            <a:lvl3pPr marL="1371600" lvl="2" indent="-228600" algn="l">
              <a:spcBef>
                <a:spcPts val="1000"/>
              </a:spcBef>
              <a:spcAft>
                <a:spcPts val="0"/>
              </a:spcAft>
              <a:buSzPts val="1280"/>
              <a:buFont typeface="Poppins Light"/>
              <a:buNone/>
              <a:defRPr/>
            </a:lvl3pPr>
            <a:lvl4pPr marL="1828800" lvl="3" indent="-228600" algn="l">
              <a:spcBef>
                <a:spcPts val="1000"/>
              </a:spcBef>
              <a:spcAft>
                <a:spcPts val="0"/>
              </a:spcAft>
              <a:buSzPts val="1120"/>
              <a:buFont typeface="Poppins Light"/>
              <a:buNone/>
              <a:defRPr/>
            </a:lvl4pPr>
            <a:lvl5pPr marL="2286000" lvl="4" indent="-228600" algn="l">
              <a:spcBef>
                <a:spcPts val="1000"/>
              </a:spcBef>
              <a:spcAft>
                <a:spcPts val="0"/>
              </a:spcAft>
              <a:buSzPts val="1120"/>
              <a:buFont typeface="Poppins Light"/>
              <a:buNone/>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34" name="Google Shape;134;p19"/>
          <p:cNvSpPr txBox="1">
            <a:spLocks noGrp="1"/>
          </p:cNvSpPr>
          <p:nvPr>
            <p:ph type="body" idx="2"/>
          </p:nvPr>
        </p:nvSpPr>
        <p:spPr>
          <a:xfrm>
            <a:off x="1600700" y="4273248"/>
            <a:ext cx="8596800" cy="1571100"/>
          </a:xfrm>
          <a:prstGeom prst="rect">
            <a:avLst/>
          </a:prstGeom>
          <a:noFill/>
          <a:ln>
            <a:noFill/>
          </a:ln>
        </p:spPr>
        <p:txBody>
          <a:bodyPr spcFirstLastPara="1" wrap="square" lIns="91425" tIns="45700" rIns="91425" bIns="45700" anchor="ctr" anchorCtr="0">
            <a:normAutofit/>
          </a:bodyPr>
          <a:lstStyle>
            <a:lvl1pPr marL="457200" lvl="0" indent="-228600" algn="ctr">
              <a:spcBef>
                <a:spcPts val="1000"/>
              </a:spcBef>
              <a:spcAft>
                <a:spcPts val="0"/>
              </a:spcAft>
              <a:buSzPts val="1440"/>
              <a:buFont typeface="Raleway Light"/>
              <a:buNone/>
              <a:defRPr sz="1800">
                <a:solidFill>
                  <a:srgbClr val="3F3F3F"/>
                </a:solidFill>
                <a:latin typeface="Raleway Light"/>
                <a:ea typeface="Raleway Light"/>
                <a:cs typeface="Raleway Light"/>
                <a:sym typeface="Raleway Light"/>
              </a:defRPr>
            </a:lvl1pPr>
            <a:lvl2pPr marL="914400" lvl="1" indent="-228600" algn="l">
              <a:spcBef>
                <a:spcPts val="1000"/>
              </a:spcBef>
              <a:spcAft>
                <a:spcPts val="0"/>
              </a:spcAft>
              <a:buSzPts val="1440"/>
              <a:buFont typeface="Raleway Light"/>
              <a:buNone/>
              <a:defRPr sz="1800">
                <a:solidFill>
                  <a:srgbClr val="888888"/>
                </a:solidFill>
                <a:latin typeface="Raleway Light"/>
                <a:ea typeface="Raleway Light"/>
                <a:cs typeface="Raleway Light"/>
                <a:sym typeface="Raleway Light"/>
              </a:defRPr>
            </a:lvl2pPr>
            <a:lvl3pPr marL="1371600" lvl="2" indent="-228600" algn="l">
              <a:spcBef>
                <a:spcPts val="1000"/>
              </a:spcBef>
              <a:spcAft>
                <a:spcPts val="0"/>
              </a:spcAft>
              <a:buSzPts val="1280"/>
              <a:buFont typeface="Raleway Light"/>
              <a:buNone/>
              <a:defRPr sz="1600">
                <a:solidFill>
                  <a:srgbClr val="888888"/>
                </a:solidFill>
                <a:latin typeface="Raleway Light"/>
                <a:ea typeface="Raleway Light"/>
                <a:cs typeface="Raleway Light"/>
                <a:sym typeface="Raleway Light"/>
              </a:defRPr>
            </a:lvl3pPr>
            <a:lvl4pPr marL="1828800" lvl="3"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4pPr>
            <a:lvl5pPr marL="2286000" lvl="4"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5pPr>
            <a:lvl6pPr marL="2743200" lvl="5"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6pPr>
            <a:lvl7pPr marL="3200400" lvl="6"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7pPr>
            <a:lvl8pPr marL="3657600" lvl="7"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8pPr>
            <a:lvl9pPr marL="4114800" lvl="8" indent="-228600" algn="l">
              <a:spcBef>
                <a:spcPts val="1000"/>
              </a:spcBef>
              <a:spcAft>
                <a:spcPts val="0"/>
              </a:spcAft>
              <a:buSzPts val="1120"/>
              <a:buFont typeface="Raleway Light"/>
              <a:buNone/>
              <a:defRPr sz="1400">
                <a:solidFill>
                  <a:srgbClr val="888888"/>
                </a:solidFill>
                <a:latin typeface="Raleway Light"/>
                <a:ea typeface="Raleway Light"/>
                <a:cs typeface="Raleway Light"/>
                <a:sym typeface="Raleway Light"/>
              </a:defRPr>
            </a:lvl9pPr>
          </a:lstStyle>
          <a:p>
            <a:endParaRPr/>
          </a:p>
        </p:txBody>
      </p:sp>
      <p:sp>
        <p:nvSpPr>
          <p:cNvPr id="135" name="Google Shape;135;p19"/>
          <p:cNvSpPr txBox="1"/>
          <p:nvPr/>
        </p:nvSpPr>
        <p:spPr>
          <a:xfrm>
            <a:off x="1465235" y="1151684"/>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0070C0"/>
                </a:solidFill>
                <a:latin typeface="Arial"/>
                <a:ea typeface="Arial"/>
                <a:cs typeface="Arial"/>
                <a:sym typeface="Arial"/>
              </a:rPr>
              <a:t>“</a:t>
            </a:r>
            <a:endParaRPr/>
          </a:p>
        </p:txBody>
      </p:sp>
      <p:sp>
        <p:nvSpPr>
          <p:cNvPr id="136" name="Google Shape;136;p19"/>
          <p:cNvSpPr txBox="1"/>
          <p:nvPr/>
        </p:nvSpPr>
        <p:spPr>
          <a:xfrm>
            <a:off x="9751151" y="3136612"/>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0070C0"/>
                </a:solidFill>
                <a:latin typeface="Arial"/>
                <a:ea typeface="Arial"/>
                <a:cs typeface="Arial"/>
                <a:sym typeface="Arial"/>
              </a:rPr>
              <a:t>”</a:t>
            </a:r>
            <a:endParaRPr sz="1800" b="0" i="0" u="none" strike="noStrike" cap="none">
              <a:solidFill>
                <a:srgbClr val="0070C0"/>
              </a:solidFill>
              <a:latin typeface="Arial"/>
              <a:ea typeface="Arial"/>
              <a:cs typeface="Arial"/>
              <a:sym typeface="Arial"/>
            </a:endParaRPr>
          </a:p>
        </p:txBody>
      </p:sp>
      <p:sp>
        <p:nvSpPr>
          <p:cNvPr id="137" name="Google Shape;137;p19"/>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38" name="Google Shape;138;p19"/>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39" name="Google Shape;139;p19"/>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40"/>
        <p:cNvGrpSpPr/>
        <p:nvPr/>
      </p:nvGrpSpPr>
      <p:grpSpPr>
        <a:xfrm>
          <a:off x="0" y="0"/>
          <a:ext cx="0" cy="0"/>
          <a:chOff x="0" y="0"/>
          <a:chExt cx="0" cy="0"/>
        </a:xfrm>
      </p:grpSpPr>
      <p:sp>
        <p:nvSpPr>
          <p:cNvPr id="141" name="Google Shape;141;p20"/>
          <p:cNvSpPr txBox="1">
            <a:spLocks noGrp="1"/>
          </p:cNvSpPr>
          <p:nvPr>
            <p:ph type="title"/>
          </p:nvPr>
        </p:nvSpPr>
        <p:spPr>
          <a:xfrm>
            <a:off x="811804" y="1734765"/>
            <a:ext cx="8596800" cy="2595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0"/>
          <p:cNvSpPr txBox="1">
            <a:spLocks noGrp="1"/>
          </p:cNvSpPr>
          <p:nvPr>
            <p:ph type="body" idx="1"/>
          </p:nvPr>
        </p:nvSpPr>
        <p:spPr>
          <a:xfrm>
            <a:off x="811804" y="4464843"/>
            <a:ext cx="8596800" cy="1436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Font typeface="Poppins Light"/>
              <a:buNone/>
              <a:defRPr sz="1800">
                <a:solidFill>
                  <a:srgbClr val="3F3F3F"/>
                </a:solidFill>
              </a:defRPr>
            </a:lvl1pPr>
            <a:lvl2pPr marL="914400" lvl="1" indent="-228600" algn="l">
              <a:spcBef>
                <a:spcPts val="1000"/>
              </a:spcBef>
              <a:spcAft>
                <a:spcPts val="0"/>
              </a:spcAft>
              <a:buSzPts val="1440"/>
              <a:buFont typeface="Poppins Light"/>
              <a:buNone/>
              <a:defRPr sz="1800">
                <a:solidFill>
                  <a:srgbClr val="888888"/>
                </a:solidFill>
              </a:defRPr>
            </a:lvl2pPr>
            <a:lvl3pPr marL="1371600" lvl="2" indent="-228600" algn="l">
              <a:spcBef>
                <a:spcPts val="1000"/>
              </a:spcBef>
              <a:spcAft>
                <a:spcPts val="0"/>
              </a:spcAft>
              <a:buSzPts val="1280"/>
              <a:buFont typeface="Poppins Light"/>
              <a:buNone/>
              <a:defRPr sz="1600">
                <a:solidFill>
                  <a:srgbClr val="888888"/>
                </a:solidFill>
              </a:defRPr>
            </a:lvl3pPr>
            <a:lvl4pPr marL="1828800" lvl="3" indent="-228600" algn="l">
              <a:spcBef>
                <a:spcPts val="1000"/>
              </a:spcBef>
              <a:spcAft>
                <a:spcPts val="0"/>
              </a:spcAft>
              <a:buSzPts val="1120"/>
              <a:buFont typeface="Poppins Light"/>
              <a:buNone/>
              <a:defRPr sz="1400">
                <a:solidFill>
                  <a:srgbClr val="888888"/>
                </a:solidFill>
              </a:defRPr>
            </a:lvl4pPr>
            <a:lvl5pPr marL="2286000" lvl="4" indent="-228600" algn="l">
              <a:spcBef>
                <a:spcPts val="1000"/>
              </a:spcBef>
              <a:spcAft>
                <a:spcPts val="0"/>
              </a:spcAft>
              <a:buSzPts val="1120"/>
              <a:buFont typeface="Poppins Light"/>
              <a:buNone/>
              <a:defRPr sz="1400">
                <a:solidFill>
                  <a:srgbClr val="888888"/>
                </a:solidFill>
              </a:defRPr>
            </a:lvl5pPr>
            <a:lvl6pPr marL="2743200" lvl="5"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6pPr>
            <a:lvl7pPr marL="3200400" lvl="6"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7pPr>
            <a:lvl8pPr marL="3657600" lvl="7"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8pPr>
            <a:lvl9pPr marL="4114800" lvl="8"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9pPr>
          </a:lstStyle>
          <a:p>
            <a:endParaRPr/>
          </a:p>
        </p:txBody>
      </p:sp>
      <p:sp>
        <p:nvSpPr>
          <p:cNvPr id="143" name="Google Shape;143;p20"/>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44" name="Google Shape;144;p20"/>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45" name="Google Shape;145;p20"/>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46"/>
        <p:cNvGrpSpPr/>
        <p:nvPr/>
      </p:nvGrpSpPr>
      <p:grpSpPr>
        <a:xfrm>
          <a:off x="0" y="0"/>
          <a:ext cx="0" cy="0"/>
          <a:chOff x="0" y="0"/>
          <a:chExt cx="0" cy="0"/>
        </a:xfrm>
      </p:grpSpPr>
      <p:sp>
        <p:nvSpPr>
          <p:cNvPr id="147" name="Google Shape;147;p21"/>
          <p:cNvSpPr txBox="1">
            <a:spLocks noGrp="1"/>
          </p:cNvSpPr>
          <p:nvPr>
            <p:ph type="title"/>
          </p:nvPr>
        </p:nvSpPr>
        <p:spPr>
          <a:xfrm>
            <a:off x="811803" y="1127728"/>
            <a:ext cx="9963900" cy="26283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7F7F7F"/>
              </a:buClr>
              <a:buSzPts val="4400"/>
              <a:buFont typeface="Poppin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1"/>
          <p:cNvSpPr txBox="1">
            <a:spLocks noGrp="1"/>
          </p:cNvSpPr>
          <p:nvPr>
            <p:ph type="body" idx="1"/>
          </p:nvPr>
        </p:nvSpPr>
        <p:spPr>
          <a:xfrm>
            <a:off x="803460" y="4063206"/>
            <a:ext cx="9973500" cy="514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Poppins Light"/>
              <a:buNone/>
              <a:defRPr sz="2400">
                <a:solidFill>
                  <a:schemeClr val="accent1"/>
                </a:solidFill>
              </a:defRPr>
            </a:lvl1pPr>
            <a:lvl2pPr marL="914400" lvl="1" indent="-228600" algn="l">
              <a:spcBef>
                <a:spcPts val="1000"/>
              </a:spcBef>
              <a:spcAft>
                <a:spcPts val="0"/>
              </a:spcAft>
              <a:buSzPts val="1440"/>
              <a:buFont typeface="Poppins Light"/>
              <a:buNone/>
              <a:defRPr/>
            </a:lvl2pPr>
            <a:lvl3pPr marL="1371600" lvl="2" indent="-228600" algn="l">
              <a:spcBef>
                <a:spcPts val="1000"/>
              </a:spcBef>
              <a:spcAft>
                <a:spcPts val="0"/>
              </a:spcAft>
              <a:buSzPts val="1280"/>
              <a:buFont typeface="Poppins Light"/>
              <a:buNone/>
              <a:defRPr/>
            </a:lvl3pPr>
            <a:lvl4pPr marL="1828800" lvl="3" indent="-228600" algn="l">
              <a:spcBef>
                <a:spcPts val="1000"/>
              </a:spcBef>
              <a:spcAft>
                <a:spcPts val="0"/>
              </a:spcAft>
              <a:buSzPts val="1120"/>
              <a:buFont typeface="Poppins Light"/>
              <a:buNone/>
              <a:defRPr/>
            </a:lvl4pPr>
            <a:lvl5pPr marL="2286000" lvl="4" indent="-228600" algn="l">
              <a:spcBef>
                <a:spcPts val="1000"/>
              </a:spcBef>
              <a:spcAft>
                <a:spcPts val="0"/>
              </a:spcAft>
              <a:buSzPts val="1120"/>
              <a:buFont typeface="Poppins Light"/>
              <a:buNone/>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49" name="Google Shape;149;p21"/>
          <p:cNvSpPr txBox="1">
            <a:spLocks noGrp="1"/>
          </p:cNvSpPr>
          <p:nvPr>
            <p:ph type="body" idx="2"/>
          </p:nvPr>
        </p:nvSpPr>
        <p:spPr>
          <a:xfrm>
            <a:off x="803463" y="4577454"/>
            <a:ext cx="9973500" cy="1326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Font typeface="Poppins Light"/>
              <a:buNone/>
              <a:defRPr sz="1800">
                <a:solidFill>
                  <a:srgbClr val="7F7F7F"/>
                </a:solidFill>
              </a:defRPr>
            </a:lvl1pPr>
            <a:lvl2pPr marL="914400" lvl="1" indent="-228600" algn="l">
              <a:spcBef>
                <a:spcPts val="1000"/>
              </a:spcBef>
              <a:spcAft>
                <a:spcPts val="0"/>
              </a:spcAft>
              <a:buSzPts val="1440"/>
              <a:buFont typeface="Poppins Light"/>
              <a:buNone/>
              <a:defRPr sz="1800">
                <a:solidFill>
                  <a:srgbClr val="888888"/>
                </a:solidFill>
              </a:defRPr>
            </a:lvl2pPr>
            <a:lvl3pPr marL="1371600" lvl="2" indent="-228600" algn="l">
              <a:spcBef>
                <a:spcPts val="1000"/>
              </a:spcBef>
              <a:spcAft>
                <a:spcPts val="0"/>
              </a:spcAft>
              <a:buSzPts val="1280"/>
              <a:buFont typeface="Poppins Light"/>
              <a:buNone/>
              <a:defRPr sz="1600">
                <a:solidFill>
                  <a:srgbClr val="888888"/>
                </a:solidFill>
              </a:defRPr>
            </a:lvl3pPr>
            <a:lvl4pPr marL="1828800" lvl="3" indent="-228600" algn="l">
              <a:spcBef>
                <a:spcPts val="1000"/>
              </a:spcBef>
              <a:spcAft>
                <a:spcPts val="0"/>
              </a:spcAft>
              <a:buSzPts val="1120"/>
              <a:buFont typeface="Poppins Light"/>
              <a:buNone/>
              <a:defRPr sz="1400">
                <a:solidFill>
                  <a:srgbClr val="888888"/>
                </a:solidFill>
              </a:defRPr>
            </a:lvl4pPr>
            <a:lvl5pPr marL="2286000" lvl="4" indent="-228600" algn="l">
              <a:spcBef>
                <a:spcPts val="1000"/>
              </a:spcBef>
              <a:spcAft>
                <a:spcPts val="0"/>
              </a:spcAft>
              <a:buSzPts val="1120"/>
              <a:buFont typeface="Poppins Light"/>
              <a:buNone/>
              <a:defRPr sz="1400">
                <a:solidFill>
                  <a:srgbClr val="888888"/>
                </a:solidFill>
              </a:defRPr>
            </a:lvl5pPr>
            <a:lvl6pPr marL="2743200" lvl="5"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6pPr>
            <a:lvl7pPr marL="3200400" lvl="6"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7pPr>
            <a:lvl8pPr marL="3657600" lvl="7"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8pPr>
            <a:lvl9pPr marL="4114800" lvl="8" indent="-228600" algn="l">
              <a:spcBef>
                <a:spcPts val="1000"/>
              </a:spcBef>
              <a:spcAft>
                <a:spcPts val="0"/>
              </a:spcAft>
              <a:buSzPts val="1120"/>
              <a:buFont typeface="Poppins Light"/>
              <a:buNone/>
              <a:defRPr sz="1400">
                <a:solidFill>
                  <a:srgbClr val="888888"/>
                </a:solidFill>
                <a:latin typeface="Poppins Light"/>
                <a:ea typeface="Poppins Light"/>
                <a:cs typeface="Poppins Light"/>
                <a:sym typeface="Poppins Light"/>
              </a:defRPr>
            </a:lvl9pPr>
          </a:lstStyle>
          <a:p>
            <a:endParaRPr/>
          </a:p>
        </p:txBody>
      </p:sp>
      <p:sp>
        <p:nvSpPr>
          <p:cNvPr id="150" name="Google Shape;150;p21"/>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51" name="Google Shape;151;p21"/>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52" name="Google Shape;152;p21"/>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3"/>
        <p:cNvGrpSpPr/>
        <p:nvPr/>
      </p:nvGrpSpPr>
      <p:grpSpPr>
        <a:xfrm>
          <a:off x="0" y="0"/>
          <a:ext cx="0" cy="0"/>
          <a:chOff x="0" y="0"/>
          <a:chExt cx="0" cy="0"/>
        </a:xfrm>
      </p:grpSpPr>
      <p:sp>
        <p:nvSpPr>
          <p:cNvPr id="154" name="Google Shape;154;p22"/>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22"/>
          <p:cNvSpPr txBox="1">
            <a:spLocks noGrp="1"/>
          </p:cNvSpPr>
          <p:nvPr>
            <p:ph type="body" idx="1"/>
          </p:nvPr>
        </p:nvSpPr>
        <p:spPr>
          <a:xfrm rot="-5400000">
            <a:off x="3853352" y="-996084"/>
            <a:ext cx="3880800" cy="99639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56" name="Google Shape;156;p22"/>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57" name="Google Shape;157;p22"/>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58" name="Google Shape;158;p22"/>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9"/>
        <p:cNvGrpSpPr/>
        <p:nvPr/>
      </p:nvGrpSpPr>
      <p:grpSpPr>
        <a:xfrm>
          <a:off x="0" y="0"/>
          <a:ext cx="0" cy="0"/>
          <a:chOff x="0" y="0"/>
          <a:chExt cx="0" cy="0"/>
        </a:xfrm>
      </p:grpSpPr>
      <p:sp>
        <p:nvSpPr>
          <p:cNvPr id="160" name="Google Shape;160;p23"/>
          <p:cNvSpPr txBox="1">
            <a:spLocks noGrp="1"/>
          </p:cNvSpPr>
          <p:nvPr>
            <p:ph type="title"/>
          </p:nvPr>
        </p:nvSpPr>
        <p:spPr>
          <a:xfrm rot="-5400000">
            <a:off x="-969446" y="2775099"/>
            <a:ext cx="4867200" cy="13047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7F7F7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23"/>
          <p:cNvSpPr txBox="1">
            <a:spLocks noGrp="1"/>
          </p:cNvSpPr>
          <p:nvPr>
            <p:ph type="body" idx="1"/>
          </p:nvPr>
        </p:nvSpPr>
        <p:spPr>
          <a:xfrm rot="-5400000">
            <a:off x="4237225" y="-677453"/>
            <a:ext cx="4867200" cy="82098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Font typeface="Poppins Light"/>
              <a:buChar char="❖"/>
              <a:defRPr/>
            </a:lvl1pPr>
            <a:lvl2pPr marL="914400" lvl="1" indent="-320040" algn="l">
              <a:spcBef>
                <a:spcPts val="1000"/>
              </a:spcBef>
              <a:spcAft>
                <a:spcPts val="0"/>
              </a:spcAft>
              <a:buSzPts val="1440"/>
              <a:buFont typeface="Poppins Light"/>
              <a:buChar char="⮚"/>
              <a:defRPr/>
            </a:lvl2pPr>
            <a:lvl3pPr marL="1371600" lvl="2" indent="-320039" algn="l">
              <a:spcBef>
                <a:spcPts val="1000"/>
              </a:spcBef>
              <a:spcAft>
                <a:spcPts val="0"/>
              </a:spcAft>
              <a:buSzPts val="1440"/>
              <a:buFont typeface="Poppins Light"/>
              <a:buChar char="✔"/>
              <a:defRPr/>
            </a:lvl3pPr>
            <a:lvl4pPr marL="1828800" lvl="3" indent="-320039" algn="l">
              <a:spcBef>
                <a:spcPts val="1000"/>
              </a:spcBef>
              <a:spcAft>
                <a:spcPts val="0"/>
              </a:spcAft>
              <a:buSzPts val="1440"/>
              <a:buFont typeface="Poppins Light"/>
              <a:buChar char="o"/>
              <a:defRPr/>
            </a:lvl4pPr>
            <a:lvl5pPr marL="2286000" lvl="4" indent="-320039" algn="l">
              <a:spcBef>
                <a:spcPts val="1000"/>
              </a:spcBef>
              <a:spcAft>
                <a:spcPts val="0"/>
              </a:spcAft>
              <a:buSzPts val="1440"/>
              <a:buFont typeface="Poppins Light"/>
              <a:buChar char="•"/>
              <a:defRPr/>
            </a:lvl5pPr>
            <a:lvl6pPr marL="2743200" lvl="5" indent="-320039" algn="l">
              <a:spcBef>
                <a:spcPts val="1000"/>
              </a:spcBef>
              <a:spcAft>
                <a:spcPts val="0"/>
              </a:spcAft>
              <a:buSzPts val="1440"/>
              <a:buFont typeface="Poppins Light"/>
              <a:buChar char="►"/>
              <a:defRPr>
                <a:latin typeface="Poppins Light"/>
                <a:ea typeface="Poppins Light"/>
                <a:cs typeface="Poppins Light"/>
                <a:sym typeface="Poppins Light"/>
              </a:defRPr>
            </a:lvl6pPr>
            <a:lvl7pPr marL="3200400" lvl="6" indent="-320039" algn="l">
              <a:spcBef>
                <a:spcPts val="1000"/>
              </a:spcBef>
              <a:spcAft>
                <a:spcPts val="0"/>
              </a:spcAft>
              <a:buSzPts val="1440"/>
              <a:buFont typeface="Poppins Light"/>
              <a:buChar char="►"/>
              <a:defRPr>
                <a:latin typeface="Poppins Light"/>
                <a:ea typeface="Poppins Light"/>
                <a:cs typeface="Poppins Light"/>
                <a:sym typeface="Poppins Light"/>
              </a:defRPr>
            </a:lvl7pPr>
            <a:lvl8pPr marL="3657600" lvl="7" indent="-320040" algn="l">
              <a:spcBef>
                <a:spcPts val="1000"/>
              </a:spcBef>
              <a:spcAft>
                <a:spcPts val="0"/>
              </a:spcAft>
              <a:buSzPts val="1440"/>
              <a:buFont typeface="Poppins Light"/>
              <a:buChar char="►"/>
              <a:defRPr>
                <a:latin typeface="Poppins Light"/>
                <a:ea typeface="Poppins Light"/>
                <a:cs typeface="Poppins Light"/>
                <a:sym typeface="Poppins Light"/>
              </a:defRPr>
            </a:lvl8pPr>
            <a:lvl9pPr marL="4114800" lvl="8" indent="-320040" algn="l">
              <a:spcBef>
                <a:spcPts val="1000"/>
              </a:spcBef>
              <a:spcAft>
                <a:spcPts val="0"/>
              </a:spcAft>
              <a:buSzPts val="1440"/>
              <a:buFont typeface="Poppins Light"/>
              <a:buChar char="►"/>
              <a:defRPr>
                <a:latin typeface="Poppins Light"/>
                <a:ea typeface="Poppins Light"/>
                <a:cs typeface="Poppins Light"/>
                <a:sym typeface="Poppins Light"/>
              </a:defRPr>
            </a:lvl9pPr>
          </a:lstStyle>
          <a:p>
            <a:endParaRPr/>
          </a:p>
        </p:txBody>
      </p:sp>
      <p:sp>
        <p:nvSpPr>
          <p:cNvPr id="162" name="Google Shape;162;p23"/>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i="0" u="none" strike="noStrike" cap="none">
                <a:solidFill>
                  <a:schemeClr val="accent1"/>
                </a:solidFill>
              </a:defRPr>
            </a:lvl1pPr>
            <a:lvl2pPr marL="0" lvl="1" indent="0" algn="r" rtl="0">
              <a:spcBef>
                <a:spcPts val="0"/>
              </a:spcBef>
              <a:buNone/>
              <a:defRPr i="0" u="none" strike="noStrike" cap="none">
                <a:solidFill>
                  <a:schemeClr val="accent1"/>
                </a:solidFill>
              </a:defRPr>
            </a:lvl2pPr>
            <a:lvl3pPr marL="0" lvl="2" indent="0" algn="r" rtl="0">
              <a:spcBef>
                <a:spcPts val="0"/>
              </a:spcBef>
              <a:buNone/>
              <a:defRPr i="0" u="none" strike="noStrike" cap="none">
                <a:solidFill>
                  <a:schemeClr val="accent1"/>
                </a:solidFill>
              </a:defRPr>
            </a:lvl3pPr>
            <a:lvl4pPr marL="0" lvl="3" indent="0" algn="r" rtl="0">
              <a:spcBef>
                <a:spcPts val="0"/>
              </a:spcBef>
              <a:buNone/>
              <a:defRPr i="0" u="none" strike="noStrike" cap="none">
                <a:solidFill>
                  <a:schemeClr val="accent1"/>
                </a:solidFill>
              </a:defRPr>
            </a:lvl4pPr>
            <a:lvl5pPr marL="0" lvl="4" indent="0" algn="r" rtl="0">
              <a:spcBef>
                <a:spcPts val="0"/>
              </a:spcBef>
              <a:buNone/>
              <a:defRPr i="0" u="none" strike="noStrike" cap="none">
                <a:solidFill>
                  <a:schemeClr val="accent1"/>
                </a:solidFill>
              </a:defRPr>
            </a:lvl5pPr>
            <a:lvl6pPr marL="0" lvl="5" indent="0" algn="r" rtl="0">
              <a:spcBef>
                <a:spcPts val="0"/>
              </a:spcBef>
              <a:buNone/>
              <a:defRPr i="0" u="none" strike="noStrike" cap="none">
                <a:solidFill>
                  <a:schemeClr val="accent1"/>
                </a:solidFill>
              </a:defRPr>
            </a:lvl6pPr>
            <a:lvl7pPr marL="0" lvl="6" indent="0" algn="r" rtl="0">
              <a:spcBef>
                <a:spcPts val="0"/>
              </a:spcBef>
              <a:buNone/>
              <a:defRPr i="0" u="none" strike="noStrike" cap="none">
                <a:solidFill>
                  <a:schemeClr val="accent1"/>
                </a:solidFill>
              </a:defRPr>
            </a:lvl7pPr>
            <a:lvl8pPr marL="0" lvl="7" indent="0" algn="r" rtl="0">
              <a:spcBef>
                <a:spcPts val="0"/>
              </a:spcBef>
              <a:buNone/>
              <a:defRPr i="0" u="none" strike="noStrike" cap="none">
                <a:solidFill>
                  <a:schemeClr val="accent1"/>
                </a:solidFill>
              </a:defRPr>
            </a:lvl8pPr>
            <a:lvl9pPr marL="0" lvl="8" indent="0" algn="r" rtl="0">
              <a:spcBef>
                <a:spcPts val="0"/>
              </a:spcBef>
              <a:buNone/>
              <a:defRPr i="0" u="none" strike="noStrike" cap="none">
                <a:solidFill>
                  <a:schemeClr val="accent1"/>
                </a:solidFill>
              </a:defRPr>
            </a:lvl9pPr>
          </a:lstStyle>
          <a:p>
            <a:pPr marL="0" lvl="0" indent="0" algn="r" rtl="0">
              <a:spcBef>
                <a:spcPts val="0"/>
              </a:spcBef>
              <a:spcAft>
                <a:spcPts val="0"/>
              </a:spcAft>
              <a:buNone/>
            </a:pPr>
            <a:fld id="{00000000-1234-1234-1234-123412341234}" type="slidenum">
              <a:rPr lang="en-US"/>
              <a:t>‹#›</a:t>
            </a:fld>
            <a:endParaRPr/>
          </a:p>
        </p:txBody>
      </p:sp>
      <p:sp>
        <p:nvSpPr>
          <p:cNvPr id="163" name="Google Shape;163;p23"/>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
        <p:nvSpPr>
          <p:cNvPr id="164" name="Google Shape;164;p23"/>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800"/>
              <a:buNone/>
              <a:defRPr>
                <a:solidFill>
                  <a:srgbClr val="7F7F7F"/>
                </a:solidFill>
              </a:defRPr>
            </a:lvl1pPr>
            <a:lvl2pPr lvl="1" algn="l" rtl="0">
              <a:spcBef>
                <a:spcPts val="0"/>
              </a:spcBef>
              <a:spcAft>
                <a:spcPts val="0"/>
              </a:spcAft>
              <a:buSzPts val="800"/>
              <a:buNone/>
              <a:defRPr/>
            </a:lvl2pPr>
            <a:lvl3pPr lvl="2" algn="l" rtl="0">
              <a:spcBef>
                <a:spcPts val="0"/>
              </a:spcBef>
              <a:spcAft>
                <a:spcPts val="0"/>
              </a:spcAft>
              <a:buSzPts val="800"/>
              <a:buNone/>
              <a:defRPr/>
            </a:lvl3pPr>
            <a:lvl4pPr lvl="3" algn="l" rtl="0">
              <a:spcBef>
                <a:spcPts val="0"/>
              </a:spcBef>
              <a:spcAft>
                <a:spcPts val="0"/>
              </a:spcAft>
              <a:buSzPts val="800"/>
              <a:buNone/>
              <a:defRPr/>
            </a:lvl4pPr>
            <a:lvl5pPr lvl="4" algn="l" rtl="0">
              <a:spcBef>
                <a:spcPts val="0"/>
              </a:spcBef>
              <a:spcAft>
                <a:spcPts val="0"/>
              </a:spcAft>
              <a:buSzPts val="800"/>
              <a:buNone/>
              <a:defRPr/>
            </a:lvl5pPr>
            <a:lvl6pPr lvl="5" algn="l" rtl="0">
              <a:spcBef>
                <a:spcPts val="0"/>
              </a:spcBef>
              <a:spcAft>
                <a:spcPts val="0"/>
              </a:spcAft>
              <a:buSzPts val="800"/>
              <a:buNone/>
              <a:defRPr/>
            </a:lvl6pPr>
            <a:lvl7pPr lvl="6" algn="l" rtl="0">
              <a:spcBef>
                <a:spcPts val="0"/>
              </a:spcBef>
              <a:spcAft>
                <a:spcPts val="0"/>
              </a:spcAft>
              <a:buSzPts val="800"/>
              <a:buNone/>
              <a:defRPr/>
            </a:lvl7pPr>
            <a:lvl8pPr lvl="7" algn="l" rtl="0">
              <a:spcBef>
                <a:spcPts val="0"/>
              </a:spcBef>
              <a:spcAft>
                <a:spcPts val="0"/>
              </a:spcAft>
              <a:buSzPts val="800"/>
              <a:buNone/>
              <a:defRPr/>
            </a:lvl8pPr>
            <a:lvl9pPr lvl="8" algn="l" rtl="0">
              <a:spcBef>
                <a:spcPts val="0"/>
              </a:spcBef>
              <a:spcAft>
                <a:spcPts val="0"/>
              </a:spcAft>
              <a:buSzPts val="8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165"/>
        <p:cNvGrpSpPr/>
        <p:nvPr/>
      </p:nvGrpSpPr>
      <p:grpSpPr>
        <a:xfrm>
          <a:off x="0" y="0"/>
          <a:ext cx="0" cy="0"/>
          <a:chOff x="0" y="0"/>
          <a:chExt cx="0" cy="0"/>
        </a:xfrm>
      </p:grpSpPr>
      <p:sp>
        <p:nvSpPr>
          <p:cNvPr id="166" name="Google Shape;166;p24"/>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24"/>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8" name="Google Shape;168;p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69" name="Google Shape;169;p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70" name="Google Shape;170;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1" type="obj">
  <p:cSld name="OBJECT">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2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o"/>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4" name="Google Shape;174;p2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75" name="Google Shape;175;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800"/>
              <a:buNone/>
              <a:defRPr/>
            </a:lvl1pPr>
            <a:lvl2pPr lvl="1" algn="l">
              <a:spcBef>
                <a:spcPts val="0"/>
              </a:spcBef>
              <a:spcAft>
                <a:spcPts val="0"/>
              </a:spcAft>
              <a:buSzPts val="800"/>
              <a:buNone/>
              <a:defRPr/>
            </a:lvl2pPr>
            <a:lvl3pPr lvl="2" algn="l">
              <a:spcBef>
                <a:spcPts val="0"/>
              </a:spcBef>
              <a:spcAft>
                <a:spcPts val="0"/>
              </a:spcAft>
              <a:buSzPts val="800"/>
              <a:buNone/>
              <a:defRPr/>
            </a:lvl3pPr>
            <a:lvl4pPr lvl="3" algn="l">
              <a:spcBef>
                <a:spcPts val="0"/>
              </a:spcBef>
              <a:spcAft>
                <a:spcPts val="0"/>
              </a:spcAft>
              <a:buSzPts val="800"/>
              <a:buNone/>
              <a:defRPr/>
            </a:lvl4pPr>
            <a:lvl5pPr lvl="4" algn="l">
              <a:spcBef>
                <a:spcPts val="0"/>
              </a:spcBef>
              <a:spcAft>
                <a:spcPts val="0"/>
              </a:spcAft>
              <a:buSzPts val="800"/>
              <a:buNone/>
              <a:defRPr/>
            </a:lvl5pPr>
            <a:lvl6pPr lvl="5" algn="l">
              <a:spcBef>
                <a:spcPts val="0"/>
              </a:spcBef>
              <a:spcAft>
                <a:spcPts val="0"/>
              </a:spcAft>
              <a:buSzPts val="800"/>
              <a:buNone/>
              <a:defRPr/>
            </a:lvl6pPr>
            <a:lvl7pPr lvl="6" algn="l">
              <a:spcBef>
                <a:spcPts val="0"/>
              </a:spcBef>
              <a:spcAft>
                <a:spcPts val="0"/>
              </a:spcAft>
              <a:buSzPts val="800"/>
              <a:buNone/>
              <a:defRPr/>
            </a:lvl7pPr>
            <a:lvl8pPr lvl="7" algn="l">
              <a:spcBef>
                <a:spcPts val="0"/>
              </a:spcBef>
              <a:spcAft>
                <a:spcPts val="0"/>
              </a:spcAft>
              <a:buSzPts val="800"/>
              <a:buNone/>
              <a:defRPr/>
            </a:lvl8pPr>
            <a:lvl9pPr lvl="8" algn="l">
              <a:spcBef>
                <a:spcPts val="0"/>
              </a:spcBef>
              <a:spcAft>
                <a:spcPts val="0"/>
              </a:spcAft>
              <a:buSzPts val="800"/>
              <a:buNone/>
              <a:defRPr/>
            </a:lvl9pPr>
          </a:lstStyle>
          <a:p>
            <a:endParaRPr/>
          </a:p>
        </p:txBody>
      </p:sp>
      <p:sp>
        <p:nvSpPr>
          <p:cNvPr id="176" name="Google Shape;176;p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26">
            <a:alphaModFix amt="15000"/>
          </a:blip>
          <a:srcRect r="74367"/>
          <a:stretch/>
        </p:blipFill>
        <p:spPr>
          <a:xfrm>
            <a:off x="7871140" y="2474402"/>
            <a:ext cx="4320861" cy="4269297"/>
          </a:xfrm>
          <a:prstGeom prst="rect">
            <a:avLst/>
          </a:prstGeom>
          <a:noFill/>
          <a:ln>
            <a:noFill/>
          </a:ln>
        </p:spPr>
      </p:pic>
      <p:sp>
        <p:nvSpPr>
          <p:cNvPr id="11" name="Google Shape;11;p1"/>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rgbClr val="7F7F7F"/>
              </a:buClr>
              <a:buSzPts val="3600"/>
              <a:buFont typeface="Poppins"/>
              <a:buNone/>
              <a:defRPr sz="3600" b="1" i="0" u="none" strike="noStrike" cap="none">
                <a:solidFill>
                  <a:srgbClr val="7F7F7F"/>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2" name="Google Shape;12;p1"/>
          <p:cNvSpPr txBox="1">
            <a:spLocks noGrp="1"/>
          </p:cNvSpPr>
          <p:nvPr>
            <p:ph type="body" idx="1"/>
          </p:nvPr>
        </p:nvSpPr>
        <p:spPr>
          <a:xfrm>
            <a:off x="811804" y="1142851"/>
            <a:ext cx="9963900" cy="4764900"/>
          </a:xfrm>
          <a:prstGeom prst="rect">
            <a:avLst/>
          </a:prstGeom>
          <a:noFill/>
          <a:ln>
            <a:noFill/>
          </a:ln>
        </p:spPr>
        <p:txBody>
          <a:bodyPr spcFirstLastPara="1" wrap="square" lIns="91425" tIns="45700" rIns="91425" bIns="45700" anchor="t" anchorCtr="0">
            <a:normAutofit/>
          </a:bodyPr>
          <a:lstStyle>
            <a:lvl1pPr marL="457200" marR="0" lvl="0" indent="-350520" algn="l" rtl="0">
              <a:spcBef>
                <a:spcPts val="1000"/>
              </a:spcBef>
              <a:spcAft>
                <a:spcPts val="0"/>
              </a:spcAft>
              <a:buClr>
                <a:srgbClr val="009646"/>
              </a:buClr>
              <a:buSzPts val="1920"/>
              <a:buFont typeface="Poppins Light"/>
              <a:buChar char="❖"/>
              <a:defRPr sz="2400" i="0" u="none" strike="noStrike" cap="none">
                <a:solidFill>
                  <a:srgbClr val="595959"/>
                </a:solidFill>
                <a:latin typeface="Poppins Light"/>
                <a:ea typeface="Poppins Light"/>
                <a:cs typeface="Poppins Light"/>
                <a:sym typeface="Poppins Light"/>
              </a:defRPr>
            </a:lvl1pPr>
            <a:lvl2pPr marL="914400" marR="0" lvl="1" indent="-320040" algn="l" rtl="0">
              <a:spcBef>
                <a:spcPts val="1000"/>
              </a:spcBef>
              <a:spcAft>
                <a:spcPts val="0"/>
              </a:spcAft>
              <a:buClr>
                <a:srgbClr val="009646"/>
              </a:buClr>
              <a:buSzPts val="1440"/>
              <a:buFont typeface="Poppins Light"/>
              <a:buChar char="⮚"/>
              <a:defRPr sz="1800" i="0" u="none" strike="noStrike" cap="none">
                <a:solidFill>
                  <a:srgbClr val="595959"/>
                </a:solidFill>
                <a:latin typeface="Poppins Light"/>
                <a:ea typeface="Poppins Light"/>
                <a:cs typeface="Poppins Light"/>
                <a:sym typeface="Poppins Light"/>
              </a:defRPr>
            </a:lvl2pPr>
            <a:lvl3pPr marL="1371600" marR="0" lvl="2" indent="-309880" algn="l" rtl="0">
              <a:spcBef>
                <a:spcPts val="1000"/>
              </a:spcBef>
              <a:spcAft>
                <a:spcPts val="0"/>
              </a:spcAft>
              <a:buClr>
                <a:srgbClr val="009646"/>
              </a:buClr>
              <a:buSzPts val="1280"/>
              <a:buFont typeface="Poppins Light"/>
              <a:buChar char="✔"/>
              <a:defRPr sz="1600" i="0" u="none" strike="noStrike" cap="none">
                <a:solidFill>
                  <a:srgbClr val="595959"/>
                </a:solidFill>
                <a:latin typeface="Poppins Light"/>
                <a:ea typeface="Poppins Light"/>
                <a:cs typeface="Poppins Light"/>
                <a:sym typeface="Poppins Light"/>
              </a:defRPr>
            </a:lvl3pPr>
            <a:lvl4pPr marL="1828800" marR="0" lvl="3" indent="-299719" algn="l" rtl="0">
              <a:spcBef>
                <a:spcPts val="1000"/>
              </a:spcBef>
              <a:spcAft>
                <a:spcPts val="0"/>
              </a:spcAft>
              <a:buClr>
                <a:srgbClr val="009646"/>
              </a:buClr>
              <a:buSzPts val="1120"/>
              <a:buFont typeface="Poppins Light"/>
              <a:buChar char="o"/>
              <a:defRPr sz="1400" i="0" u="none" strike="noStrike" cap="none">
                <a:solidFill>
                  <a:srgbClr val="595959"/>
                </a:solidFill>
                <a:latin typeface="Poppins Light"/>
                <a:ea typeface="Poppins Light"/>
                <a:cs typeface="Poppins Light"/>
                <a:sym typeface="Poppins Light"/>
              </a:defRPr>
            </a:lvl4pPr>
            <a:lvl5pPr marL="2286000" marR="0" lvl="4" indent="-299720" algn="l" rtl="0">
              <a:spcBef>
                <a:spcPts val="1000"/>
              </a:spcBef>
              <a:spcAft>
                <a:spcPts val="0"/>
              </a:spcAft>
              <a:buClr>
                <a:srgbClr val="009646"/>
              </a:buClr>
              <a:buSzPts val="1120"/>
              <a:buFont typeface="Poppins Light"/>
              <a:buChar char="•"/>
              <a:defRPr sz="1400" i="0" u="none" strike="noStrike" cap="none">
                <a:solidFill>
                  <a:srgbClr val="595959"/>
                </a:solidFill>
                <a:latin typeface="Poppins Light"/>
                <a:ea typeface="Poppins Light"/>
                <a:cs typeface="Poppins Light"/>
                <a:sym typeface="Poppins Light"/>
              </a:defRPr>
            </a:lvl5pPr>
            <a:lvl6pPr marL="2743200" marR="0" lvl="5" indent="-289560" algn="l" rtl="0">
              <a:spcBef>
                <a:spcPts val="1000"/>
              </a:spcBef>
              <a:spcAft>
                <a:spcPts val="0"/>
              </a:spcAft>
              <a:buClr>
                <a:schemeClr val="accent1"/>
              </a:buClr>
              <a:buSzPts val="960"/>
              <a:buFont typeface="Poppins Light"/>
              <a:buChar char="►"/>
              <a:defRPr sz="1200" i="0" u="none" strike="noStrike" cap="none">
                <a:solidFill>
                  <a:srgbClr val="3F3F3F"/>
                </a:solidFill>
                <a:latin typeface="Poppins Light"/>
                <a:ea typeface="Poppins Light"/>
                <a:cs typeface="Poppins Light"/>
                <a:sym typeface="Poppins Light"/>
              </a:defRPr>
            </a:lvl6pPr>
            <a:lvl7pPr marL="3200400" marR="0" lvl="6" indent="-289560" algn="l" rtl="0">
              <a:spcBef>
                <a:spcPts val="1000"/>
              </a:spcBef>
              <a:spcAft>
                <a:spcPts val="0"/>
              </a:spcAft>
              <a:buClr>
                <a:schemeClr val="accent1"/>
              </a:buClr>
              <a:buSzPts val="960"/>
              <a:buFont typeface="Poppins Light"/>
              <a:buChar char="►"/>
              <a:defRPr sz="1200" i="0" u="none" strike="noStrike" cap="none">
                <a:solidFill>
                  <a:srgbClr val="3F3F3F"/>
                </a:solidFill>
                <a:latin typeface="Poppins Light"/>
                <a:ea typeface="Poppins Light"/>
                <a:cs typeface="Poppins Light"/>
                <a:sym typeface="Poppins Light"/>
              </a:defRPr>
            </a:lvl7pPr>
            <a:lvl8pPr marL="3657600" marR="0" lvl="7" indent="-289559" algn="l" rtl="0">
              <a:spcBef>
                <a:spcPts val="1000"/>
              </a:spcBef>
              <a:spcAft>
                <a:spcPts val="0"/>
              </a:spcAft>
              <a:buClr>
                <a:schemeClr val="accent1"/>
              </a:buClr>
              <a:buSzPts val="960"/>
              <a:buFont typeface="Poppins Light"/>
              <a:buChar char="►"/>
              <a:defRPr sz="1200" i="0" u="none" strike="noStrike" cap="none">
                <a:solidFill>
                  <a:srgbClr val="3F3F3F"/>
                </a:solidFill>
                <a:latin typeface="Poppins Light"/>
                <a:ea typeface="Poppins Light"/>
                <a:cs typeface="Poppins Light"/>
                <a:sym typeface="Poppins Light"/>
              </a:defRPr>
            </a:lvl8pPr>
            <a:lvl9pPr marL="4114800" marR="0" lvl="8" indent="-289559" algn="l" rtl="0">
              <a:spcBef>
                <a:spcPts val="1000"/>
              </a:spcBef>
              <a:spcAft>
                <a:spcPts val="0"/>
              </a:spcAft>
              <a:buClr>
                <a:schemeClr val="accent1"/>
              </a:buClr>
              <a:buSzPts val="960"/>
              <a:buFont typeface="Poppins Light"/>
              <a:buChar char="►"/>
              <a:defRPr sz="1200" i="0" u="none" strike="noStrike" cap="none">
                <a:solidFill>
                  <a:srgbClr val="3F3F3F"/>
                </a:solidFill>
                <a:latin typeface="Poppins Light"/>
                <a:ea typeface="Poppins Light"/>
                <a:cs typeface="Poppins Light"/>
                <a:sym typeface="Poppins Light"/>
              </a:defRPr>
            </a:lvl9pPr>
          </a:lstStyle>
          <a:p>
            <a:endParaRPr/>
          </a:p>
        </p:txBody>
      </p:sp>
      <p:sp>
        <p:nvSpPr>
          <p:cNvPr id="13" name="Google Shape;13;p1"/>
          <p:cNvSpPr txBox="1">
            <a:spLocks noGrp="1"/>
          </p:cNvSpPr>
          <p:nvPr>
            <p:ph type="sldNum" idx="12"/>
          </p:nvPr>
        </p:nvSpPr>
        <p:spPr>
          <a:xfrm>
            <a:off x="10092237" y="6041362"/>
            <a:ext cx="683400" cy="3651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i="0" u="none" strike="noStrike" cap="none">
                <a:solidFill>
                  <a:schemeClr val="accent1"/>
                </a:solidFill>
                <a:latin typeface="Poppins"/>
                <a:ea typeface="Poppins"/>
                <a:cs typeface="Poppins"/>
                <a:sym typeface="Poppins"/>
              </a:defRPr>
            </a:lvl1pPr>
            <a:lvl2pPr marL="0" marR="0" lvl="1" indent="0" algn="r" rtl="0">
              <a:spcBef>
                <a:spcPts val="0"/>
              </a:spcBef>
              <a:buNone/>
              <a:defRPr sz="800" i="0" u="none" strike="noStrike" cap="none">
                <a:solidFill>
                  <a:schemeClr val="accent1"/>
                </a:solidFill>
                <a:latin typeface="Poppins"/>
                <a:ea typeface="Poppins"/>
                <a:cs typeface="Poppins"/>
                <a:sym typeface="Poppins"/>
              </a:defRPr>
            </a:lvl2pPr>
            <a:lvl3pPr marL="0" marR="0" lvl="2" indent="0" algn="r" rtl="0">
              <a:spcBef>
                <a:spcPts val="0"/>
              </a:spcBef>
              <a:buNone/>
              <a:defRPr sz="800" i="0" u="none" strike="noStrike" cap="none">
                <a:solidFill>
                  <a:schemeClr val="accent1"/>
                </a:solidFill>
                <a:latin typeface="Poppins"/>
                <a:ea typeface="Poppins"/>
                <a:cs typeface="Poppins"/>
                <a:sym typeface="Poppins"/>
              </a:defRPr>
            </a:lvl3pPr>
            <a:lvl4pPr marL="0" marR="0" lvl="3" indent="0" algn="r" rtl="0">
              <a:spcBef>
                <a:spcPts val="0"/>
              </a:spcBef>
              <a:buNone/>
              <a:defRPr sz="800" i="0" u="none" strike="noStrike" cap="none">
                <a:solidFill>
                  <a:schemeClr val="accent1"/>
                </a:solidFill>
                <a:latin typeface="Poppins"/>
                <a:ea typeface="Poppins"/>
                <a:cs typeface="Poppins"/>
                <a:sym typeface="Poppins"/>
              </a:defRPr>
            </a:lvl4pPr>
            <a:lvl5pPr marL="0" marR="0" lvl="4" indent="0" algn="r" rtl="0">
              <a:spcBef>
                <a:spcPts val="0"/>
              </a:spcBef>
              <a:buNone/>
              <a:defRPr sz="800" i="0" u="none" strike="noStrike" cap="none">
                <a:solidFill>
                  <a:schemeClr val="accent1"/>
                </a:solidFill>
                <a:latin typeface="Poppins"/>
                <a:ea typeface="Poppins"/>
                <a:cs typeface="Poppins"/>
                <a:sym typeface="Poppins"/>
              </a:defRPr>
            </a:lvl5pPr>
            <a:lvl6pPr marL="0" marR="0" lvl="5" indent="0" algn="r" rtl="0">
              <a:spcBef>
                <a:spcPts val="0"/>
              </a:spcBef>
              <a:buNone/>
              <a:defRPr sz="800" i="0" u="none" strike="noStrike" cap="none">
                <a:solidFill>
                  <a:schemeClr val="accent1"/>
                </a:solidFill>
                <a:latin typeface="Poppins"/>
                <a:ea typeface="Poppins"/>
                <a:cs typeface="Poppins"/>
                <a:sym typeface="Poppins"/>
              </a:defRPr>
            </a:lvl6pPr>
            <a:lvl7pPr marL="0" marR="0" lvl="6" indent="0" algn="r" rtl="0">
              <a:spcBef>
                <a:spcPts val="0"/>
              </a:spcBef>
              <a:buNone/>
              <a:defRPr sz="800" i="0" u="none" strike="noStrike" cap="none">
                <a:solidFill>
                  <a:schemeClr val="accent1"/>
                </a:solidFill>
                <a:latin typeface="Poppins"/>
                <a:ea typeface="Poppins"/>
                <a:cs typeface="Poppins"/>
                <a:sym typeface="Poppins"/>
              </a:defRPr>
            </a:lvl7pPr>
            <a:lvl8pPr marL="0" marR="0" lvl="7" indent="0" algn="r" rtl="0">
              <a:spcBef>
                <a:spcPts val="0"/>
              </a:spcBef>
              <a:buNone/>
              <a:defRPr sz="800" i="0" u="none" strike="noStrike" cap="none">
                <a:solidFill>
                  <a:schemeClr val="accent1"/>
                </a:solidFill>
                <a:latin typeface="Poppins"/>
                <a:ea typeface="Poppins"/>
                <a:cs typeface="Poppins"/>
                <a:sym typeface="Poppins"/>
              </a:defRPr>
            </a:lvl8pPr>
            <a:lvl9pPr marL="0" marR="0" lvl="8" indent="0" algn="r" rtl="0">
              <a:spcBef>
                <a:spcPts val="0"/>
              </a:spcBef>
              <a:buNone/>
              <a:defRPr sz="800" i="0" u="none" strike="noStrike" cap="none">
                <a:solidFill>
                  <a:schemeClr val="accen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1"/>
          <p:cNvPicPr preferRelativeResize="0"/>
          <p:nvPr/>
        </p:nvPicPr>
        <p:blipFill rotWithShape="1">
          <a:blip r:embed="rId27">
            <a:alphaModFix/>
          </a:blip>
          <a:srcRect r="-644"/>
          <a:stretch/>
        </p:blipFill>
        <p:spPr>
          <a:xfrm>
            <a:off x="375750" y="365125"/>
            <a:ext cx="1454397" cy="359850"/>
          </a:xfrm>
          <a:prstGeom prst="rect">
            <a:avLst/>
          </a:prstGeom>
          <a:noFill/>
          <a:ln>
            <a:noFill/>
          </a:ln>
        </p:spPr>
      </p:pic>
      <p:cxnSp>
        <p:nvCxnSpPr>
          <p:cNvPr id="15" name="Google Shape;15;p1"/>
          <p:cNvCxnSpPr/>
          <p:nvPr/>
        </p:nvCxnSpPr>
        <p:spPr>
          <a:xfrm>
            <a:off x="387540" y="879676"/>
            <a:ext cx="11127000" cy="0"/>
          </a:xfrm>
          <a:prstGeom prst="straightConnector1">
            <a:avLst/>
          </a:prstGeom>
          <a:noFill/>
          <a:ln w="12700" cap="rnd" cmpd="sng">
            <a:solidFill>
              <a:srgbClr val="009646"/>
            </a:solidFill>
            <a:prstDash val="solid"/>
            <a:round/>
            <a:headEnd type="none" w="sm" len="sm"/>
            <a:tailEnd type="none" w="sm" len="sm"/>
          </a:ln>
        </p:spPr>
      </p:cxnSp>
      <p:sp>
        <p:nvSpPr>
          <p:cNvPr id="16" name="Google Shape;16;p1"/>
          <p:cNvSpPr/>
          <p:nvPr/>
        </p:nvSpPr>
        <p:spPr>
          <a:xfrm>
            <a:off x="11479942" y="844952"/>
            <a:ext cx="69300" cy="69300"/>
          </a:xfrm>
          <a:prstGeom prst="ellipse">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7" name="Google Shape;17;p1"/>
          <p:cNvSpPr/>
          <p:nvPr/>
        </p:nvSpPr>
        <p:spPr>
          <a:xfrm rot="-5400000">
            <a:off x="8508950" y="3175050"/>
            <a:ext cx="6858000" cy="507900"/>
          </a:xfrm>
          <a:prstGeom prst="rect">
            <a:avLst/>
          </a:prstGeom>
          <a:solidFill>
            <a:srgbClr val="0096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Poppins Light"/>
                <a:ea typeface="Poppins Light"/>
                <a:cs typeface="Poppins Light"/>
                <a:sym typeface="Poppins Light"/>
              </a:rPr>
              <a:t>A step towards rural transformation</a:t>
            </a:r>
            <a:endParaRPr/>
          </a:p>
        </p:txBody>
      </p:sp>
      <p:sp>
        <p:nvSpPr>
          <p:cNvPr id="18" name="Google Shape;18;p1"/>
          <p:cNvSpPr txBox="1">
            <a:spLocks noGrp="1"/>
          </p:cNvSpPr>
          <p:nvPr>
            <p:ph type="dt" idx="10"/>
          </p:nvPr>
        </p:nvSpPr>
        <p:spPr>
          <a:xfrm>
            <a:off x="7339603" y="6041362"/>
            <a:ext cx="912000" cy="3651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800"/>
              <a:buFont typeface="Poppins"/>
              <a:buNone/>
              <a:defRPr sz="800" i="0" u="none" strike="noStrike" cap="none">
                <a:solidFill>
                  <a:srgbClr val="7F7F7F"/>
                </a:solidFill>
                <a:latin typeface="Poppins"/>
                <a:ea typeface="Poppins"/>
                <a:cs typeface="Poppins"/>
                <a:sym typeface="Poppins"/>
              </a:defRPr>
            </a:lvl1pPr>
            <a:lvl2pPr marR="0" lvl="1"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2pPr>
            <a:lvl3pPr marR="0" lvl="2"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3pPr>
            <a:lvl4pPr marR="0" lvl="3"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4pPr>
            <a:lvl5pPr marR="0" lvl="4"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5pPr>
            <a:lvl6pPr marR="0" lvl="5"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6pPr>
            <a:lvl7pPr marR="0" lvl="6"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7pPr>
            <a:lvl8pPr marR="0" lvl="7"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8pPr>
            <a:lvl9pPr marR="0" lvl="8"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9pPr>
          </a:lstStyle>
          <a:p>
            <a:endParaRPr/>
          </a:p>
        </p:txBody>
      </p:sp>
      <p:sp>
        <p:nvSpPr>
          <p:cNvPr id="19" name="Google Shape;19;p1"/>
          <p:cNvSpPr txBox="1">
            <a:spLocks noGrp="1"/>
          </p:cNvSpPr>
          <p:nvPr>
            <p:ph type="ftr" idx="11"/>
          </p:nvPr>
        </p:nvSpPr>
        <p:spPr>
          <a:xfrm>
            <a:off x="811804" y="6041362"/>
            <a:ext cx="6297600" cy="3651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800"/>
              <a:buFont typeface="Poppins"/>
              <a:buNone/>
              <a:defRPr sz="800" i="0" u="none" strike="noStrike" cap="none">
                <a:solidFill>
                  <a:srgbClr val="7F7F7F"/>
                </a:solidFill>
                <a:latin typeface="Poppins"/>
                <a:ea typeface="Poppins"/>
                <a:cs typeface="Poppins"/>
                <a:sym typeface="Poppins"/>
              </a:defRPr>
            </a:lvl1pPr>
            <a:lvl2pPr marR="0" lvl="1"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2pPr>
            <a:lvl3pPr marR="0" lvl="2"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3pPr>
            <a:lvl4pPr marR="0" lvl="3"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4pPr>
            <a:lvl5pPr marR="0" lvl="4"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5pPr>
            <a:lvl6pPr marR="0" lvl="5"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6pPr>
            <a:lvl7pPr marR="0" lvl="6"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7pPr>
            <a:lvl8pPr marR="0" lvl="7"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8pPr>
            <a:lvl9pPr marR="0" lvl="8" algn="l" rtl="0">
              <a:spcBef>
                <a:spcPts val="0"/>
              </a:spcBef>
              <a:spcAft>
                <a:spcPts val="0"/>
              </a:spcAft>
              <a:buSzPts val="800"/>
              <a:buFont typeface="Poppins"/>
              <a:buNone/>
              <a:defRPr sz="800" i="0" u="none" strike="noStrike" cap="none">
                <a:solidFill>
                  <a:schemeClr val="dk1"/>
                </a:solidFill>
                <a:latin typeface="Poppins"/>
                <a:ea typeface="Poppins"/>
                <a:cs typeface="Poppins"/>
                <a:sym typeface="Poppins"/>
              </a:defRPr>
            </a:lvl9pPr>
          </a:lstStyle>
          <a:p>
            <a:endParaRPr/>
          </a:p>
        </p:txBody>
      </p:sp>
      <p:cxnSp>
        <p:nvCxnSpPr>
          <p:cNvPr id="20" name="Google Shape;20;p1"/>
          <p:cNvCxnSpPr/>
          <p:nvPr/>
        </p:nvCxnSpPr>
        <p:spPr>
          <a:xfrm>
            <a:off x="2221707" y="278606"/>
            <a:ext cx="0" cy="502800"/>
          </a:xfrm>
          <a:prstGeom prst="straightConnector1">
            <a:avLst/>
          </a:prstGeom>
          <a:noFill/>
          <a:ln w="12700" cap="rnd" cmpd="sng">
            <a:solidFill>
              <a:srgbClr val="BFBFB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freach.org/" TargetMode="External"/><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ctrTitle"/>
          </p:nvPr>
        </p:nvSpPr>
        <p:spPr>
          <a:xfrm>
            <a:off x="1067400" y="3429000"/>
            <a:ext cx="10057200" cy="1112749"/>
          </a:xfrm>
          <a:prstGeom prst="rect">
            <a:avLst/>
          </a:prstGeom>
          <a:noFill/>
          <a:ln>
            <a:noFill/>
          </a:ln>
        </p:spPr>
        <p:txBody>
          <a:bodyPr spcFirstLastPara="1" wrap="square" lIns="91425" tIns="45700" rIns="91425" bIns="45700" anchor="b" anchorCtr="0">
            <a:normAutofit fontScale="90000"/>
          </a:bodyPr>
          <a:lstStyle/>
          <a:p>
            <a:pPr lvl="0">
              <a:lnSpc>
                <a:spcPct val="100000"/>
              </a:lnSpc>
            </a:pPr>
            <a:r>
              <a:rPr lang="en-US" b="1" dirty="0">
                <a:solidFill>
                  <a:schemeClr val="accent1"/>
                </a:solidFill>
              </a:rPr>
              <a:t>DF REACH TEST SYSTEM</a:t>
            </a:r>
            <a:br>
              <a:rPr lang="en-US" b="1" dirty="0">
                <a:solidFill>
                  <a:schemeClr val="accent1"/>
                </a:solidFill>
              </a:rPr>
            </a:br>
            <a:br>
              <a:rPr lang="en-US" sz="2700" b="1" dirty="0">
                <a:solidFill>
                  <a:schemeClr val="accent1"/>
                </a:solidFill>
              </a:rPr>
            </a:br>
            <a:br>
              <a:rPr lang="en-US" b="1" dirty="0"/>
            </a:br>
            <a:r>
              <a:rPr lang="en-US" sz="2000" dirty="0">
                <a:solidFill>
                  <a:srgbClr val="FF0000"/>
                </a:solidFill>
                <a:hlinkClick r:id="rId3"/>
              </a:rPr>
              <a:t>https://dfreach.org</a:t>
            </a:r>
            <a:br>
              <a:rPr lang="en-US" sz="2000" dirty="0">
                <a:solidFill>
                  <a:srgbClr val="FF0000"/>
                </a:solidFill>
              </a:rPr>
            </a:br>
            <a:endParaRPr sz="20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5" name="Picture 4">
            <a:extLst>
              <a:ext uri="{FF2B5EF4-FFF2-40B4-BE49-F238E27FC236}">
                <a16:creationId xmlns:a16="http://schemas.microsoft.com/office/drawing/2014/main" id="{7D4AB762-CF79-059C-DC0E-4F3073D49337}"/>
              </a:ext>
            </a:extLst>
          </p:cNvPr>
          <p:cNvPicPr>
            <a:picLocks noChangeAspect="1"/>
          </p:cNvPicPr>
          <p:nvPr/>
        </p:nvPicPr>
        <p:blipFill>
          <a:blip r:embed="rId3"/>
          <a:stretch>
            <a:fillRect/>
          </a:stretch>
        </p:blipFill>
        <p:spPr>
          <a:xfrm>
            <a:off x="379693" y="1004141"/>
            <a:ext cx="7620000" cy="5634659"/>
          </a:xfrm>
          <a:prstGeom prst="rect">
            <a:avLst/>
          </a:prstGeom>
        </p:spPr>
      </p:pic>
      <p:sp>
        <p:nvSpPr>
          <p:cNvPr id="193" name="Google Shape;193;p28"/>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Login Page</a:t>
            </a:r>
          </a:p>
        </p:txBody>
      </p:sp>
      <p:sp>
        <p:nvSpPr>
          <p:cNvPr id="4" name="TextBox 3">
            <a:extLst>
              <a:ext uri="{FF2B5EF4-FFF2-40B4-BE49-F238E27FC236}">
                <a16:creationId xmlns:a16="http://schemas.microsoft.com/office/drawing/2014/main" id="{75C8651F-2537-53D4-010A-CD3369F246D7}"/>
              </a:ext>
            </a:extLst>
          </p:cNvPr>
          <p:cNvSpPr txBox="1"/>
          <p:nvPr/>
        </p:nvSpPr>
        <p:spPr>
          <a:xfrm>
            <a:off x="8642554" y="1923079"/>
            <a:ext cx="2612923" cy="954107"/>
          </a:xfrm>
          <a:prstGeom prst="rect">
            <a:avLst/>
          </a:prstGeom>
          <a:noFill/>
        </p:spPr>
        <p:txBody>
          <a:bodyPr wrap="square" rtlCol="0">
            <a:spAutoFit/>
          </a:bodyPr>
          <a:lstStyle/>
          <a:p>
            <a:r>
              <a:rPr lang="en-US" dirty="0"/>
              <a:t>You can log in using your DF email and the auto-generated password sent to your registered email address.</a:t>
            </a:r>
            <a:endParaRPr lang="en-IN" dirty="0"/>
          </a:p>
        </p:txBody>
      </p:sp>
      <p:cxnSp>
        <p:nvCxnSpPr>
          <p:cNvPr id="8" name="Connector: Elbow 7">
            <a:extLst>
              <a:ext uri="{FF2B5EF4-FFF2-40B4-BE49-F238E27FC236}">
                <a16:creationId xmlns:a16="http://schemas.microsoft.com/office/drawing/2014/main" id="{D8859D46-AE0C-B69B-5C33-FB845ED4894A}"/>
              </a:ext>
            </a:extLst>
          </p:cNvPr>
          <p:cNvCxnSpPr>
            <a:cxnSpLocks/>
            <a:stCxn id="4" idx="1"/>
          </p:cNvCxnSpPr>
          <p:nvPr/>
        </p:nvCxnSpPr>
        <p:spPr>
          <a:xfrm rot="10800000" flipV="1">
            <a:off x="6504040" y="2400133"/>
            <a:ext cx="2138515" cy="1057928"/>
          </a:xfrm>
          <a:prstGeom prst="bentConnector3">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47B146E6-3E04-7F55-55F7-EB0D3CCF6236}"/>
              </a:ext>
            </a:extLst>
          </p:cNvPr>
          <p:cNvSpPr/>
          <p:nvPr/>
        </p:nvSpPr>
        <p:spPr>
          <a:xfrm>
            <a:off x="4272116" y="2976719"/>
            <a:ext cx="2138516" cy="12708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DD4998A3-FA19-8BC8-6594-C24DD87824FF}"/>
              </a:ext>
            </a:extLst>
          </p:cNvPr>
          <p:cNvSpPr txBox="1"/>
          <p:nvPr/>
        </p:nvSpPr>
        <p:spPr>
          <a:xfrm>
            <a:off x="9273334" y="3089869"/>
            <a:ext cx="1351360" cy="923330"/>
          </a:xfrm>
          <a:prstGeom prst="rect">
            <a:avLst/>
          </a:prstGeom>
          <a:noFill/>
        </p:spPr>
        <p:txBody>
          <a:bodyPr wrap="square" rtlCol="0">
            <a:spAutoFit/>
          </a:bodyPr>
          <a:lstStyle/>
          <a:p>
            <a:r>
              <a:rPr lang="en-IN" sz="5400" b="1" dirty="0">
                <a:solidFill>
                  <a:srgbClr val="FF0000"/>
                </a:solidFill>
              </a:rPr>
              <a:t>OR</a:t>
            </a:r>
          </a:p>
        </p:txBody>
      </p:sp>
      <p:sp>
        <p:nvSpPr>
          <p:cNvPr id="15" name="TextBox 14">
            <a:extLst>
              <a:ext uri="{FF2B5EF4-FFF2-40B4-BE49-F238E27FC236}">
                <a16:creationId xmlns:a16="http://schemas.microsoft.com/office/drawing/2014/main" id="{9A0D36C5-4555-DA15-4F4F-3714CB70FA94}"/>
              </a:ext>
            </a:extLst>
          </p:cNvPr>
          <p:cNvSpPr txBox="1"/>
          <p:nvPr/>
        </p:nvSpPr>
        <p:spPr>
          <a:xfrm>
            <a:off x="8642552" y="4331344"/>
            <a:ext cx="2612923" cy="738664"/>
          </a:xfrm>
          <a:prstGeom prst="rect">
            <a:avLst/>
          </a:prstGeom>
          <a:noFill/>
        </p:spPr>
        <p:txBody>
          <a:bodyPr wrap="square" rtlCol="0">
            <a:spAutoFit/>
          </a:bodyPr>
          <a:lstStyle/>
          <a:p>
            <a:r>
              <a:rPr lang="en-US" dirty="0"/>
              <a:t>You can log in using the Google option with your registered DF email address.</a:t>
            </a:r>
            <a:endParaRPr lang="en-IN" dirty="0"/>
          </a:p>
        </p:txBody>
      </p:sp>
      <p:cxnSp>
        <p:nvCxnSpPr>
          <p:cNvPr id="16" name="Connector: Elbow 15">
            <a:extLst>
              <a:ext uri="{FF2B5EF4-FFF2-40B4-BE49-F238E27FC236}">
                <a16:creationId xmlns:a16="http://schemas.microsoft.com/office/drawing/2014/main" id="{13FBEFCE-A62C-370A-F410-03C8C770F3B0}"/>
              </a:ext>
            </a:extLst>
          </p:cNvPr>
          <p:cNvCxnSpPr>
            <a:cxnSpLocks/>
          </p:cNvCxnSpPr>
          <p:nvPr/>
        </p:nvCxnSpPr>
        <p:spPr>
          <a:xfrm rot="10800000" flipV="1">
            <a:off x="6410632" y="4650657"/>
            <a:ext cx="2061384" cy="592875"/>
          </a:xfrm>
          <a:prstGeom prst="bentConnector3">
            <a:avLst>
              <a:gd name="adj1" fmla="val 50000"/>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ACE318AB-CC2E-3DFF-037C-D3E95DC3BDCE}"/>
              </a:ext>
            </a:extLst>
          </p:cNvPr>
          <p:cNvSpPr/>
          <p:nvPr/>
        </p:nvSpPr>
        <p:spPr>
          <a:xfrm>
            <a:off x="4272116" y="4857066"/>
            <a:ext cx="2080282" cy="5737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2ADFF1A0-9A8D-934D-D66A-CAC8674A612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87AE0A-B820-F81F-5E81-7BFA62EBB8EC}"/>
              </a:ext>
            </a:extLst>
          </p:cNvPr>
          <p:cNvPicPr>
            <a:picLocks noChangeAspect="1"/>
          </p:cNvPicPr>
          <p:nvPr/>
        </p:nvPicPr>
        <p:blipFill>
          <a:blip r:embed="rId3"/>
          <a:stretch>
            <a:fillRect/>
          </a:stretch>
        </p:blipFill>
        <p:spPr>
          <a:xfrm>
            <a:off x="37586" y="2043372"/>
            <a:ext cx="8721211" cy="4736008"/>
          </a:xfrm>
          <a:prstGeom prst="rect">
            <a:avLst/>
          </a:prstGeom>
        </p:spPr>
      </p:pic>
      <p:sp>
        <p:nvSpPr>
          <p:cNvPr id="193" name="Google Shape;193;p28">
            <a:extLst>
              <a:ext uri="{FF2B5EF4-FFF2-40B4-BE49-F238E27FC236}">
                <a16:creationId xmlns:a16="http://schemas.microsoft.com/office/drawing/2014/main" id="{325242D7-31AB-CF71-42C0-FDB35054A9A6}"/>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Beneficiaries Page</a:t>
            </a:r>
          </a:p>
        </p:txBody>
      </p:sp>
      <p:sp>
        <p:nvSpPr>
          <p:cNvPr id="14" name="TextBox 13">
            <a:extLst>
              <a:ext uri="{FF2B5EF4-FFF2-40B4-BE49-F238E27FC236}">
                <a16:creationId xmlns:a16="http://schemas.microsoft.com/office/drawing/2014/main" id="{27593215-BE44-E02A-11DF-BA211DCF0F97}"/>
              </a:ext>
            </a:extLst>
          </p:cNvPr>
          <p:cNvSpPr txBox="1"/>
          <p:nvPr/>
        </p:nvSpPr>
        <p:spPr>
          <a:xfrm>
            <a:off x="9409470" y="2043372"/>
            <a:ext cx="1935440" cy="523220"/>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IN" dirty="0"/>
              <a:t>This is the Profile section </a:t>
            </a:r>
          </a:p>
        </p:txBody>
      </p:sp>
      <p:sp>
        <p:nvSpPr>
          <p:cNvPr id="15" name="TextBox 14">
            <a:extLst>
              <a:ext uri="{FF2B5EF4-FFF2-40B4-BE49-F238E27FC236}">
                <a16:creationId xmlns:a16="http://schemas.microsoft.com/office/drawing/2014/main" id="{897179DB-E600-176B-0089-3323B69F5F44}"/>
              </a:ext>
            </a:extLst>
          </p:cNvPr>
          <p:cNvSpPr txBox="1"/>
          <p:nvPr/>
        </p:nvSpPr>
        <p:spPr>
          <a:xfrm>
            <a:off x="8955141" y="5054294"/>
            <a:ext cx="2612923" cy="738664"/>
          </a:xfrm>
          <a:prstGeom prst="rect">
            <a:avLst/>
          </a:prstGeom>
          <a:noFill/>
          <a:ln>
            <a:solidFill>
              <a:srgbClr val="FF0000"/>
            </a:solidFill>
          </a:ln>
        </p:spPr>
        <p:txBody>
          <a:bodyPr wrap="square" rtlCol="0">
            <a:spAutoFit/>
          </a:bodyPr>
          <a:lstStyle/>
          <a:p>
            <a:r>
              <a:rPr lang="en-US" dirty="0"/>
              <a:t>In this section, you can view the list of Beneficiaries you have added.</a:t>
            </a:r>
            <a:endParaRPr lang="en-IN" dirty="0"/>
          </a:p>
        </p:txBody>
      </p:sp>
      <p:sp>
        <p:nvSpPr>
          <p:cNvPr id="35" name="Right Brace 34">
            <a:extLst>
              <a:ext uri="{FF2B5EF4-FFF2-40B4-BE49-F238E27FC236}">
                <a16:creationId xmlns:a16="http://schemas.microsoft.com/office/drawing/2014/main" id="{6E837B11-58C0-2A3C-4B55-B5D643B30E2B}"/>
              </a:ext>
            </a:extLst>
          </p:cNvPr>
          <p:cNvSpPr/>
          <p:nvPr/>
        </p:nvSpPr>
        <p:spPr>
          <a:xfrm>
            <a:off x="8562454" y="3018503"/>
            <a:ext cx="392687" cy="3500284"/>
          </a:xfrm>
          <a:prstGeom prst="rightBrace">
            <a:avLst>
              <a:gd name="adj1" fmla="val 8333"/>
              <a:gd name="adj2" fmla="val 76103"/>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cxnSp>
        <p:nvCxnSpPr>
          <p:cNvPr id="37" name="Straight Arrow Connector 36">
            <a:extLst>
              <a:ext uri="{FF2B5EF4-FFF2-40B4-BE49-F238E27FC236}">
                <a16:creationId xmlns:a16="http://schemas.microsoft.com/office/drawing/2014/main" id="{04834989-702D-65C8-4425-03B6118F2964}"/>
              </a:ext>
            </a:extLst>
          </p:cNvPr>
          <p:cNvCxnSpPr>
            <a:cxnSpLocks/>
          </p:cNvCxnSpPr>
          <p:nvPr/>
        </p:nvCxnSpPr>
        <p:spPr>
          <a:xfrm flipH="1">
            <a:off x="8760540" y="2280911"/>
            <a:ext cx="580104"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38" name="Rectangle 37">
            <a:extLst>
              <a:ext uri="{FF2B5EF4-FFF2-40B4-BE49-F238E27FC236}">
                <a16:creationId xmlns:a16="http://schemas.microsoft.com/office/drawing/2014/main" id="{682DE39D-26B6-D663-80FF-034885586BB0}"/>
              </a:ext>
            </a:extLst>
          </p:cNvPr>
          <p:cNvSpPr/>
          <p:nvPr/>
        </p:nvSpPr>
        <p:spPr>
          <a:xfrm>
            <a:off x="7677248" y="2072126"/>
            <a:ext cx="1081549" cy="4175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2" name="Connector: Elbow 51">
            <a:extLst>
              <a:ext uri="{FF2B5EF4-FFF2-40B4-BE49-F238E27FC236}">
                <a16:creationId xmlns:a16="http://schemas.microsoft.com/office/drawing/2014/main" id="{852A0DE0-6D1F-673C-37CB-686961DC5604}"/>
              </a:ext>
            </a:extLst>
          </p:cNvPr>
          <p:cNvCxnSpPr>
            <a:cxnSpLocks/>
          </p:cNvCxnSpPr>
          <p:nvPr/>
        </p:nvCxnSpPr>
        <p:spPr>
          <a:xfrm rot="10800000">
            <a:off x="8438166" y="2780590"/>
            <a:ext cx="971305" cy="813655"/>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63" name="TextBox 62">
            <a:extLst>
              <a:ext uri="{FF2B5EF4-FFF2-40B4-BE49-F238E27FC236}">
                <a16:creationId xmlns:a16="http://schemas.microsoft.com/office/drawing/2014/main" id="{C5B628BC-E1EA-6614-3FF6-2BFA689108C1}"/>
              </a:ext>
            </a:extLst>
          </p:cNvPr>
          <p:cNvSpPr txBox="1"/>
          <p:nvPr/>
        </p:nvSpPr>
        <p:spPr>
          <a:xfrm>
            <a:off x="9409470" y="3367502"/>
            <a:ext cx="1935440"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Click the plus </a:t>
            </a:r>
            <a:r>
              <a:rPr lang="en-US" b="1" dirty="0">
                <a:solidFill>
                  <a:srgbClr val="FF0000"/>
                </a:solidFill>
              </a:rPr>
              <a:t>(+)</a:t>
            </a:r>
            <a:r>
              <a:rPr lang="en-US" dirty="0"/>
              <a:t> button to add beneficiary.</a:t>
            </a:r>
            <a:endParaRPr lang="en-IN" dirty="0"/>
          </a:p>
        </p:txBody>
      </p:sp>
      <p:sp>
        <p:nvSpPr>
          <p:cNvPr id="11" name="TextBox 10">
            <a:extLst>
              <a:ext uri="{FF2B5EF4-FFF2-40B4-BE49-F238E27FC236}">
                <a16:creationId xmlns:a16="http://schemas.microsoft.com/office/drawing/2014/main" id="{9BE23D91-1B11-4A7E-0DC6-6EDBE9061A44}"/>
              </a:ext>
            </a:extLst>
          </p:cNvPr>
          <p:cNvSpPr txBox="1"/>
          <p:nvPr/>
        </p:nvSpPr>
        <p:spPr>
          <a:xfrm>
            <a:off x="5709901" y="908554"/>
            <a:ext cx="2182534" cy="95410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You can search for an existing Beneficiary using Name, Mobile, Aadhaar, or Pin code.</a:t>
            </a:r>
            <a:endParaRPr lang="en-IN" dirty="0"/>
          </a:p>
        </p:txBody>
      </p:sp>
      <p:cxnSp>
        <p:nvCxnSpPr>
          <p:cNvPr id="33" name="Straight Arrow Connector 32">
            <a:extLst>
              <a:ext uri="{FF2B5EF4-FFF2-40B4-BE49-F238E27FC236}">
                <a16:creationId xmlns:a16="http://schemas.microsoft.com/office/drawing/2014/main" id="{A260E289-DEF8-660C-8DC3-2F8ED63801E8}"/>
              </a:ext>
            </a:extLst>
          </p:cNvPr>
          <p:cNvCxnSpPr>
            <a:cxnSpLocks/>
            <a:stCxn id="11" idx="2"/>
          </p:cNvCxnSpPr>
          <p:nvPr/>
        </p:nvCxnSpPr>
        <p:spPr>
          <a:xfrm flipH="1">
            <a:off x="6790600" y="1862661"/>
            <a:ext cx="10568" cy="703931"/>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40" name="Connector: Elbow 39">
            <a:extLst>
              <a:ext uri="{FF2B5EF4-FFF2-40B4-BE49-F238E27FC236}">
                <a16:creationId xmlns:a16="http://schemas.microsoft.com/office/drawing/2014/main" id="{94707B38-F331-921D-7F2F-485932EEC4D7}"/>
              </a:ext>
            </a:extLst>
          </p:cNvPr>
          <p:cNvCxnSpPr>
            <a:cxnSpLocks/>
          </p:cNvCxnSpPr>
          <p:nvPr/>
        </p:nvCxnSpPr>
        <p:spPr>
          <a:xfrm>
            <a:off x="4675240" y="1792435"/>
            <a:ext cx="1420760" cy="988155"/>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3" name="TextBox 42">
            <a:extLst>
              <a:ext uri="{FF2B5EF4-FFF2-40B4-BE49-F238E27FC236}">
                <a16:creationId xmlns:a16="http://schemas.microsoft.com/office/drawing/2014/main" id="{AB60D923-DA04-0DEF-1662-FA34B50C4666}"/>
              </a:ext>
            </a:extLst>
          </p:cNvPr>
          <p:cNvSpPr txBox="1"/>
          <p:nvPr/>
        </p:nvSpPr>
        <p:spPr>
          <a:xfrm>
            <a:off x="746380" y="984532"/>
            <a:ext cx="3928860" cy="95410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If a Beneficiary already exists in the system but was not added by you, click on the </a:t>
            </a:r>
            <a:r>
              <a:rPr lang="en-US" b="1" dirty="0"/>
              <a:t>ALL</a:t>
            </a:r>
            <a:r>
              <a:rPr lang="en-US" dirty="0"/>
              <a:t> button and search for the Beneficiary. The Beneficiary will then appear in the list.</a:t>
            </a:r>
            <a:endParaRPr lang="en-IN" dirty="0"/>
          </a:p>
        </p:txBody>
      </p:sp>
      <p:sp>
        <p:nvSpPr>
          <p:cNvPr id="2" name="Rectangle 1">
            <a:extLst>
              <a:ext uri="{FF2B5EF4-FFF2-40B4-BE49-F238E27FC236}">
                <a16:creationId xmlns:a16="http://schemas.microsoft.com/office/drawing/2014/main" id="{53A9113D-C2A3-8C36-1A28-B40CBF3938FB}"/>
              </a:ext>
            </a:extLst>
          </p:cNvPr>
          <p:cNvSpPr/>
          <p:nvPr/>
        </p:nvSpPr>
        <p:spPr>
          <a:xfrm>
            <a:off x="4139381" y="3244597"/>
            <a:ext cx="865237" cy="32741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9999999999</a:t>
            </a:r>
          </a:p>
        </p:txBody>
      </p:sp>
    </p:spTree>
    <p:extLst>
      <p:ext uri="{BB962C8B-B14F-4D97-AF65-F5344CB8AC3E}">
        <p14:creationId xmlns:p14="http://schemas.microsoft.com/office/powerpoint/2010/main" val="721759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1CF8818B-3A01-689A-C830-BFFF59EA39F5}"/>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26FB06AA-84BE-AEB9-3A8A-6C00DA528E4B}"/>
              </a:ext>
            </a:extLst>
          </p:cNvPr>
          <p:cNvPicPr>
            <a:picLocks noChangeAspect="1"/>
          </p:cNvPicPr>
          <p:nvPr/>
        </p:nvPicPr>
        <p:blipFill>
          <a:blip r:embed="rId3"/>
          <a:srcRect t="9928"/>
          <a:stretch>
            <a:fillRect/>
          </a:stretch>
        </p:blipFill>
        <p:spPr>
          <a:xfrm>
            <a:off x="0" y="3510115"/>
            <a:ext cx="8662219" cy="3109515"/>
          </a:xfrm>
          <a:prstGeom prst="rect">
            <a:avLst/>
          </a:prstGeom>
        </p:spPr>
      </p:pic>
      <p:pic>
        <p:nvPicPr>
          <p:cNvPr id="5" name="Picture 4">
            <a:extLst>
              <a:ext uri="{FF2B5EF4-FFF2-40B4-BE49-F238E27FC236}">
                <a16:creationId xmlns:a16="http://schemas.microsoft.com/office/drawing/2014/main" id="{F930E18E-653D-93F0-381D-0FBBCF844386}"/>
              </a:ext>
            </a:extLst>
          </p:cNvPr>
          <p:cNvPicPr>
            <a:picLocks noChangeAspect="1"/>
          </p:cNvPicPr>
          <p:nvPr/>
        </p:nvPicPr>
        <p:blipFill>
          <a:blip r:embed="rId4"/>
          <a:srcRect b="31033"/>
          <a:stretch>
            <a:fillRect/>
          </a:stretch>
        </p:blipFill>
        <p:spPr>
          <a:xfrm>
            <a:off x="0" y="963561"/>
            <a:ext cx="8662219" cy="2546554"/>
          </a:xfrm>
          <a:prstGeom prst="rect">
            <a:avLst/>
          </a:prstGeom>
        </p:spPr>
      </p:pic>
      <p:sp>
        <p:nvSpPr>
          <p:cNvPr id="193" name="Google Shape;193;p28">
            <a:extLst>
              <a:ext uri="{FF2B5EF4-FFF2-40B4-BE49-F238E27FC236}">
                <a16:creationId xmlns:a16="http://schemas.microsoft.com/office/drawing/2014/main" id="{BA3622EB-5FB3-777F-4BA3-F6D9EF1DAD74}"/>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Create NEW Beneficiary</a:t>
            </a:r>
          </a:p>
        </p:txBody>
      </p:sp>
      <p:sp>
        <p:nvSpPr>
          <p:cNvPr id="6" name="Rectangle 5">
            <a:extLst>
              <a:ext uri="{FF2B5EF4-FFF2-40B4-BE49-F238E27FC236}">
                <a16:creationId xmlns:a16="http://schemas.microsoft.com/office/drawing/2014/main" id="{D905A108-CB88-2615-F417-833BD5946766}"/>
              </a:ext>
            </a:extLst>
          </p:cNvPr>
          <p:cNvSpPr/>
          <p:nvPr/>
        </p:nvSpPr>
        <p:spPr>
          <a:xfrm>
            <a:off x="2163097" y="1130713"/>
            <a:ext cx="4355690" cy="54097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349ED470-BCED-230D-8F4D-1E620E34163A}"/>
              </a:ext>
            </a:extLst>
          </p:cNvPr>
          <p:cNvSpPr txBox="1"/>
          <p:nvPr/>
        </p:nvSpPr>
        <p:spPr>
          <a:xfrm>
            <a:off x="9222658" y="2906403"/>
            <a:ext cx="2345708" cy="95410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When you click the plus</a:t>
            </a:r>
            <a:r>
              <a:rPr lang="en-US" b="1" dirty="0">
                <a:solidFill>
                  <a:srgbClr val="FF0000"/>
                </a:solidFill>
              </a:rPr>
              <a:t> (+) </a:t>
            </a:r>
            <a:r>
              <a:rPr lang="en-US" dirty="0"/>
              <a:t>button, this pop-up will appear. You need to fill in all the beneficiary details.</a:t>
            </a:r>
            <a:endParaRPr lang="en-IN" dirty="0"/>
          </a:p>
        </p:txBody>
      </p:sp>
      <p:cxnSp>
        <p:nvCxnSpPr>
          <p:cNvPr id="4" name="Connector: Elbow 3">
            <a:extLst>
              <a:ext uri="{FF2B5EF4-FFF2-40B4-BE49-F238E27FC236}">
                <a16:creationId xmlns:a16="http://schemas.microsoft.com/office/drawing/2014/main" id="{209918C7-F7A3-4F0A-4383-1B3FC2A0CF03}"/>
              </a:ext>
            </a:extLst>
          </p:cNvPr>
          <p:cNvCxnSpPr>
            <a:cxnSpLocks/>
          </p:cNvCxnSpPr>
          <p:nvPr/>
        </p:nvCxnSpPr>
        <p:spPr>
          <a:xfrm rot="10800000">
            <a:off x="6518788" y="3429001"/>
            <a:ext cx="2703873" cy="431113"/>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1" name="Connector: Elbow 10">
            <a:extLst>
              <a:ext uri="{FF2B5EF4-FFF2-40B4-BE49-F238E27FC236}">
                <a16:creationId xmlns:a16="http://schemas.microsoft.com/office/drawing/2014/main" id="{A19B4304-5BE9-AD25-49E3-C181512B5395}"/>
              </a:ext>
            </a:extLst>
          </p:cNvPr>
          <p:cNvCxnSpPr>
            <a:cxnSpLocks/>
            <a:stCxn id="14" idx="1"/>
          </p:cNvCxnSpPr>
          <p:nvPr/>
        </p:nvCxnSpPr>
        <p:spPr>
          <a:xfrm rot="10800000" flipV="1">
            <a:off x="6341806" y="5291051"/>
            <a:ext cx="2880852" cy="991762"/>
          </a:xfrm>
          <a:prstGeom prst="bentConnector3">
            <a:avLst>
              <a:gd name="adj1" fmla="val 50000"/>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5797A4BD-A3D7-90D4-752C-AFD34617979F}"/>
              </a:ext>
            </a:extLst>
          </p:cNvPr>
          <p:cNvSpPr txBox="1"/>
          <p:nvPr/>
        </p:nvSpPr>
        <p:spPr>
          <a:xfrm>
            <a:off x="9222658" y="5029441"/>
            <a:ext cx="2345708" cy="523220"/>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Click on 'Save' to create the beneficiary.</a:t>
            </a:r>
            <a:endParaRPr lang="en-IN" dirty="0"/>
          </a:p>
        </p:txBody>
      </p:sp>
    </p:spTree>
    <p:extLst>
      <p:ext uri="{BB962C8B-B14F-4D97-AF65-F5344CB8AC3E}">
        <p14:creationId xmlns:p14="http://schemas.microsoft.com/office/powerpoint/2010/main" val="2514713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C8704DDC-9792-16F8-DF54-8D5DBDC43AE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805E9B4-EA2A-F130-FC19-E456B4EA472B}"/>
              </a:ext>
            </a:extLst>
          </p:cNvPr>
          <p:cNvPicPr>
            <a:picLocks noChangeAspect="1"/>
          </p:cNvPicPr>
          <p:nvPr/>
        </p:nvPicPr>
        <p:blipFill>
          <a:blip r:embed="rId3"/>
          <a:stretch>
            <a:fillRect/>
          </a:stretch>
        </p:blipFill>
        <p:spPr>
          <a:xfrm>
            <a:off x="369235" y="3838979"/>
            <a:ext cx="6789245" cy="2913884"/>
          </a:xfrm>
          <a:prstGeom prst="rect">
            <a:avLst/>
          </a:prstGeom>
        </p:spPr>
      </p:pic>
      <p:pic>
        <p:nvPicPr>
          <p:cNvPr id="3" name="Picture 2">
            <a:extLst>
              <a:ext uri="{FF2B5EF4-FFF2-40B4-BE49-F238E27FC236}">
                <a16:creationId xmlns:a16="http://schemas.microsoft.com/office/drawing/2014/main" id="{958618B9-6875-CD4C-7B71-0CE5DFBACD38}"/>
              </a:ext>
            </a:extLst>
          </p:cNvPr>
          <p:cNvPicPr>
            <a:picLocks noChangeAspect="1"/>
          </p:cNvPicPr>
          <p:nvPr/>
        </p:nvPicPr>
        <p:blipFill>
          <a:blip r:embed="rId4"/>
          <a:stretch>
            <a:fillRect/>
          </a:stretch>
        </p:blipFill>
        <p:spPr>
          <a:xfrm>
            <a:off x="235975" y="935118"/>
            <a:ext cx="6922506" cy="2781475"/>
          </a:xfrm>
          <a:prstGeom prst="rect">
            <a:avLst/>
          </a:prstGeom>
        </p:spPr>
      </p:pic>
      <p:sp>
        <p:nvSpPr>
          <p:cNvPr id="193" name="Google Shape;193;p28">
            <a:extLst>
              <a:ext uri="{FF2B5EF4-FFF2-40B4-BE49-F238E27FC236}">
                <a16:creationId xmlns:a16="http://schemas.microsoft.com/office/drawing/2014/main" id="{013C3E5E-21B9-E018-5EBA-E290C7818A11}"/>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Add Beneficiary Section</a:t>
            </a:r>
          </a:p>
        </p:txBody>
      </p:sp>
      <p:sp>
        <p:nvSpPr>
          <p:cNvPr id="6" name="Rectangle 5">
            <a:extLst>
              <a:ext uri="{FF2B5EF4-FFF2-40B4-BE49-F238E27FC236}">
                <a16:creationId xmlns:a16="http://schemas.microsoft.com/office/drawing/2014/main" id="{3F49922F-C8F8-79A3-7880-1121F9A6FD20}"/>
              </a:ext>
            </a:extLst>
          </p:cNvPr>
          <p:cNvSpPr/>
          <p:nvPr/>
        </p:nvSpPr>
        <p:spPr>
          <a:xfrm>
            <a:off x="2605548" y="4778657"/>
            <a:ext cx="2290917" cy="10518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A2599B47-AD54-EC1F-1D59-B129878FC06A}"/>
              </a:ext>
            </a:extLst>
          </p:cNvPr>
          <p:cNvSpPr/>
          <p:nvPr/>
        </p:nvSpPr>
        <p:spPr>
          <a:xfrm>
            <a:off x="2534475" y="1651252"/>
            <a:ext cx="2457683" cy="136741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42C52B35-10E7-010A-B04A-EB5A9235137B}"/>
              </a:ext>
            </a:extLst>
          </p:cNvPr>
          <p:cNvCxnSpPr>
            <a:cxnSpLocks/>
          </p:cNvCxnSpPr>
          <p:nvPr/>
        </p:nvCxnSpPr>
        <p:spPr>
          <a:xfrm flipH="1">
            <a:off x="4992158" y="1848465"/>
            <a:ext cx="418134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130F3957-7CF5-7A19-9E21-134CDE238AEF}"/>
              </a:ext>
            </a:extLst>
          </p:cNvPr>
          <p:cNvSpPr txBox="1"/>
          <p:nvPr/>
        </p:nvSpPr>
        <p:spPr>
          <a:xfrm>
            <a:off x="9215825" y="1161403"/>
            <a:ext cx="2166323" cy="2246769"/>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If this pop-up appears, it means the Beneficiary already exists in the system. You need to search for the Beneficiary in the list using Name, Aadhaar, Pin code, or Mobile, and then add that Beneficiary to a program.</a:t>
            </a:r>
            <a:endParaRPr lang="en-IN" dirty="0"/>
          </a:p>
        </p:txBody>
      </p:sp>
      <p:cxnSp>
        <p:nvCxnSpPr>
          <p:cNvPr id="21" name="Straight Arrow Connector 20">
            <a:extLst>
              <a:ext uri="{FF2B5EF4-FFF2-40B4-BE49-F238E27FC236}">
                <a16:creationId xmlns:a16="http://schemas.microsoft.com/office/drawing/2014/main" id="{428D0562-CADF-D45A-89AC-CBEC5D37718A}"/>
              </a:ext>
            </a:extLst>
          </p:cNvPr>
          <p:cNvCxnSpPr>
            <a:cxnSpLocks/>
          </p:cNvCxnSpPr>
          <p:nvPr/>
        </p:nvCxnSpPr>
        <p:spPr>
          <a:xfrm flipH="1">
            <a:off x="4896465" y="5510351"/>
            <a:ext cx="4109883"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57515ED2-E560-BB5C-0F50-562053084466}"/>
              </a:ext>
            </a:extLst>
          </p:cNvPr>
          <p:cNvSpPr txBox="1"/>
          <p:nvPr/>
        </p:nvSpPr>
        <p:spPr>
          <a:xfrm>
            <a:off x="9006348" y="4925575"/>
            <a:ext cx="2166324" cy="1169551"/>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If this pop-up appears, it means it’s a new Beneficiary. You need to click on </a:t>
            </a:r>
            <a:r>
              <a:rPr lang="en-US" b="1" dirty="0"/>
              <a:t>Add Program</a:t>
            </a:r>
            <a:r>
              <a:rPr lang="en-US" dirty="0"/>
              <a:t> to proceed.</a:t>
            </a:r>
            <a:endParaRPr lang="en-IN" dirty="0"/>
          </a:p>
        </p:txBody>
      </p:sp>
    </p:spTree>
    <p:extLst>
      <p:ext uri="{BB962C8B-B14F-4D97-AF65-F5344CB8AC3E}">
        <p14:creationId xmlns:p14="http://schemas.microsoft.com/office/powerpoint/2010/main" val="25683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E75CC2AF-561D-D40D-9E9A-8757251D51A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91E4481-BC44-D831-3FBE-ED337202D9E9}"/>
              </a:ext>
            </a:extLst>
          </p:cNvPr>
          <p:cNvPicPr>
            <a:picLocks noChangeAspect="1"/>
          </p:cNvPicPr>
          <p:nvPr/>
        </p:nvPicPr>
        <p:blipFill>
          <a:blip r:embed="rId3"/>
          <a:stretch>
            <a:fillRect/>
          </a:stretch>
        </p:blipFill>
        <p:spPr>
          <a:xfrm>
            <a:off x="215314" y="968290"/>
            <a:ext cx="9035845" cy="5514672"/>
          </a:xfrm>
          <a:prstGeom prst="rect">
            <a:avLst/>
          </a:prstGeom>
        </p:spPr>
      </p:pic>
      <p:sp>
        <p:nvSpPr>
          <p:cNvPr id="193" name="Google Shape;193;p28">
            <a:extLst>
              <a:ext uri="{FF2B5EF4-FFF2-40B4-BE49-F238E27FC236}">
                <a16:creationId xmlns:a16="http://schemas.microsoft.com/office/drawing/2014/main" id="{A03B263A-F595-37F4-C98B-7A7585BA4D29}"/>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Beneficiary Profile</a:t>
            </a:r>
          </a:p>
        </p:txBody>
      </p:sp>
      <p:sp>
        <p:nvSpPr>
          <p:cNvPr id="12" name="Rectangle 11">
            <a:extLst>
              <a:ext uri="{FF2B5EF4-FFF2-40B4-BE49-F238E27FC236}">
                <a16:creationId xmlns:a16="http://schemas.microsoft.com/office/drawing/2014/main" id="{40A3FCA0-6E0F-7647-0A7F-9AA1AA6CE63E}"/>
              </a:ext>
            </a:extLst>
          </p:cNvPr>
          <p:cNvSpPr/>
          <p:nvPr/>
        </p:nvSpPr>
        <p:spPr>
          <a:xfrm>
            <a:off x="683990" y="1540400"/>
            <a:ext cx="8504776" cy="48210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6970E87F-7B27-DA24-556F-2F1B42F7CB23}"/>
              </a:ext>
            </a:extLst>
          </p:cNvPr>
          <p:cNvSpPr txBox="1"/>
          <p:nvPr/>
        </p:nvSpPr>
        <p:spPr>
          <a:xfrm>
            <a:off x="9313552" y="3637136"/>
            <a:ext cx="2166323" cy="1384995"/>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Inside the Beneficiary profile, you will be able to see all the Beneficiary details along with the programs they are enrolled in.</a:t>
            </a:r>
            <a:endParaRPr lang="en-IN" dirty="0"/>
          </a:p>
        </p:txBody>
      </p:sp>
      <p:cxnSp>
        <p:nvCxnSpPr>
          <p:cNvPr id="8" name="Connector: Elbow 7">
            <a:extLst>
              <a:ext uri="{FF2B5EF4-FFF2-40B4-BE49-F238E27FC236}">
                <a16:creationId xmlns:a16="http://schemas.microsoft.com/office/drawing/2014/main" id="{8840ACCB-62BF-EED3-1672-54ADDA8466B9}"/>
              </a:ext>
            </a:extLst>
          </p:cNvPr>
          <p:cNvCxnSpPr>
            <a:cxnSpLocks/>
          </p:cNvCxnSpPr>
          <p:nvPr/>
        </p:nvCxnSpPr>
        <p:spPr>
          <a:xfrm rot="10800000">
            <a:off x="9188766" y="3140608"/>
            <a:ext cx="1007286" cy="496529"/>
          </a:xfrm>
          <a:prstGeom prst="bentConnector3">
            <a:avLst>
              <a:gd name="adj1" fmla="val 2170"/>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3DEE4FE0-E3F3-07BD-2382-9AF6FB64BC6F}"/>
              </a:ext>
            </a:extLst>
          </p:cNvPr>
          <p:cNvSpPr txBox="1"/>
          <p:nvPr/>
        </p:nvSpPr>
        <p:spPr>
          <a:xfrm>
            <a:off x="9544611" y="1360225"/>
            <a:ext cx="2166323" cy="954107"/>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To add a program for the Beneficiary, you can also click on the </a:t>
            </a:r>
            <a:r>
              <a:rPr lang="en-US" b="1" dirty="0"/>
              <a:t>Add Program</a:t>
            </a:r>
            <a:r>
              <a:rPr lang="en-US" dirty="0"/>
              <a:t> button</a:t>
            </a:r>
            <a:endParaRPr lang="en-IN" dirty="0"/>
          </a:p>
        </p:txBody>
      </p:sp>
      <p:cxnSp>
        <p:nvCxnSpPr>
          <p:cNvPr id="27" name="Connector: Elbow 26">
            <a:extLst>
              <a:ext uri="{FF2B5EF4-FFF2-40B4-BE49-F238E27FC236}">
                <a16:creationId xmlns:a16="http://schemas.microsoft.com/office/drawing/2014/main" id="{7685369F-2DB5-532F-7A3A-DBD2F0217C6A}"/>
              </a:ext>
            </a:extLst>
          </p:cNvPr>
          <p:cNvCxnSpPr>
            <a:cxnSpLocks/>
          </p:cNvCxnSpPr>
          <p:nvPr/>
        </p:nvCxnSpPr>
        <p:spPr>
          <a:xfrm rot="10800000">
            <a:off x="9062682" y="1781672"/>
            <a:ext cx="481929" cy="363115"/>
          </a:xfrm>
          <a:prstGeom prst="bentConnector3">
            <a:avLst>
              <a:gd name="adj1" fmla="val 50000"/>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 name="Rectangle 1">
            <a:extLst>
              <a:ext uri="{FF2B5EF4-FFF2-40B4-BE49-F238E27FC236}">
                <a16:creationId xmlns:a16="http://schemas.microsoft.com/office/drawing/2014/main" id="{00D7BBE2-650A-5D44-F880-3DBFA53717AF}"/>
              </a:ext>
            </a:extLst>
          </p:cNvPr>
          <p:cNvSpPr/>
          <p:nvPr/>
        </p:nvSpPr>
        <p:spPr>
          <a:xfrm>
            <a:off x="6872749" y="4650659"/>
            <a:ext cx="914400" cy="122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9999999999</a:t>
            </a:r>
          </a:p>
        </p:txBody>
      </p:sp>
      <p:sp>
        <p:nvSpPr>
          <p:cNvPr id="3" name="Rectangle 2">
            <a:extLst>
              <a:ext uri="{FF2B5EF4-FFF2-40B4-BE49-F238E27FC236}">
                <a16:creationId xmlns:a16="http://schemas.microsoft.com/office/drawing/2014/main" id="{E8410B62-9637-33F7-BA06-261F48513BC7}"/>
              </a:ext>
            </a:extLst>
          </p:cNvPr>
          <p:cNvSpPr/>
          <p:nvPr/>
        </p:nvSpPr>
        <p:spPr>
          <a:xfrm>
            <a:off x="4021977" y="4650659"/>
            <a:ext cx="1130125" cy="122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abc@dfmail.org</a:t>
            </a:r>
          </a:p>
        </p:txBody>
      </p:sp>
      <p:sp>
        <p:nvSpPr>
          <p:cNvPr id="4" name="Rectangle 3">
            <a:extLst>
              <a:ext uri="{FF2B5EF4-FFF2-40B4-BE49-F238E27FC236}">
                <a16:creationId xmlns:a16="http://schemas.microsoft.com/office/drawing/2014/main" id="{0B936B69-DC9A-962D-2FDE-F47D0ADF17BD}"/>
              </a:ext>
            </a:extLst>
          </p:cNvPr>
          <p:cNvSpPr/>
          <p:nvPr/>
        </p:nvSpPr>
        <p:spPr>
          <a:xfrm>
            <a:off x="1140543" y="2998039"/>
            <a:ext cx="914400" cy="122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9999999999</a:t>
            </a:r>
          </a:p>
        </p:txBody>
      </p:sp>
    </p:spTree>
    <p:extLst>
      <p:ext uri="{BB962C8B-B14F-4D97-AF65-F5344CB8AC3E}">
        <p14:creationId xmlns:p14="http://schemas.microsoft.com/office/powerpoint/2010/main" val="3675714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7234EC21-D0D5-95BA-A2C2-F92EB545498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47D239C-2EB4-E21B-AEB9-A670089C2AB6}"/>
              </a:ext>
            </a:extLst>
          </p:cNvPr>
          <p:cNvPicPr>
            <a:picLocks noChangeAspect="1"/>
          </p:cNvPicPr>
          <p:nvPr/>
        </p:nvPicPr>
        <p:blipFill>
          <a:blip r:embed="rId3"/>
          <a:stretch>
            <a:fillRect/>
          </a:stretch>
        </p:blipFill>
        <p:spPr>
          <a:xfrm>
            <a:off x="160569" y="983304"/>
            <a:ext cx="8523526" cy="5795869"/>
          </a:xfrm>
          <a:prstGeom prst="rect">
            <a:avLst/>
          </a:prstGeom>
        </p:spPr>
      </p:pic>
      <p:sp>
        <p:nvSpPr>
          <p:cNvPr id="193" name="Google Shape;193;p28">
            <a:extLst>
              <a:ext uri="{FF2B5EF4-FFF2-40B4-BE49-F238E27FC236}">
                <a16:creationId xmlns:a16="http://schemas.microsoft.com/office/drawing/2014/main" id="{CAEF27B7-82FD-E618-6F28-44E6AAB83C0A}"/>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Add Program Details</a:t>
            </a:r>
          </a:p>
        </p:txBody>
      </p:sp>
      <p:sp>
        <p:nvSpPr>
          <p:cNvPr id="12" name="Rectangle 11">
            <a:extLst>
              <a:ext uri="{FF2B5EF4-FFF2-40B4-BE49-F238E27FC236}">
                <a16:creationId xmlns:a16="http://schemas.microsoft.com/office/drawing/2014/main" id="{0D9F61A8-FFB2-E66F-AD64-891915CA29E1}"/>
              </a:ext>
            </a:extLst>
          </p:cNvPr>
          <p:cNvSpPr/>
          <p:nvPr/>
        </p:nvSpPr>
        <p:spPr>
          <a:xfrm>
            <a:off x="2534475" y="1336622"/>
            <a:ext cx="3325551" cy="53021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B2706EF4-4C63-EF20-B377-446AF20F71CA}"/>
              </a:ext>
            </a:extLst>
          </p:cNvPr>
          <p:cNvCxnSpPr>
            <a:cxnSpLocks/>
          </p:cNvCxnSpPr>
          <p:nvPr/>
        </p:nvCxnSpPr>
        <p:spPr>
          <a:xfrm flipH="1">
            <a:off x="5860026" y="1858298"/>
            <a:ext cx="3481662"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40CA415E-7F81-D15A-0BF4-2BCD155C64B3}"/>
              </a:ext>
            </a:extLst>
          </p:cNvPr>
          <p:cNvSpPr txBox="1"/>
          <p:nvPr/>
        </p:nvSpPr>
        <p:spPr>
          <a:xfrm>
            <a:off x="9341688" y="1077024"/>
            <a:ext cx="2166323" cy="2462213"/>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Whether you click </a:t>
            </a:r>
            <a:r>
              <a:rPr lang="en-US" b="1" dirty="0"/>
              <a:t>Add Program</a:t>
            </a:r>
            <a:r>
              <a:rPr lang="en-US" dirty="0"/>
              <a:t> inside the Beneficiary details or while adding a new Beneficiary, you will see a pop-up containing the program details. After filling in the program-specific fields marked with a red </a:t>
            </a:r>
            <a:r>
              <a:rPr lang="en-US" b="1" dirty="0">
                <a:solidFill>
                  <a:srgbClr val="FF0000"/>
                </a:solidFill>
              </a:rPr>
              <a:t>(*)</a:t>
            </a:r>
            <a:r>
              <a:rPr lang="en-US" dirty="0"/>
              <a:t> , you can save it.</a:t>
            </a:r>
            <a:endParaRPr lang="en-IN" dirty="0"/>
          </a:p>
        </p:txBody>
      </p:sp>
      <p:sp>
        <p:nvSpPr>
          <p:cNvPr id="20" name="TextBox 19">
            <a:extLst>
              <a:ext uri="{FF2B5EF4-FFF2-40B4-BE49-F238E27FC236}">
                <a16:creationId xmlns:a16="http://schemas.microsoft.com/office/drawing/2014/main" id="{544AD504-3D20-A026-9621-E810E5DD5DA7}"/>
              </a:ext>
            </a:extLst>
          </p:cNvPr>
          <p:cNvSpPr txBox="1"/>
          <p:nvPr/>
        </p:nvSpPr>
        <p:spPr>
          <a:xfrm>
            <a:off x="9085007" y="5110490"/>
            <a:ext cx="2166323" cy="738664"/>
          </a:xfrm>
          <a:prstGeom prst="rect">
            <a:avLst/>
          </a:prstGeom>
          <a:noFill/>
          <a:ln>
            <a:solidFill>
              <a:srgbClr val="FF0000"/>
            </a:solidFill>
          </a:ln>
        </p:spPr>
        <p:txBody>
          <a:bodyPr wrap="square" rtlCol="0">
            <a:spAutoFit/>
          </a:bodyPr>
          <a:lstStyle>
            <a:defPPr marR="0" lvl="0" algn="l" rtl="0">
              <a:lnSpc>
                <a:spcPct val="100000"/>
              </a:lnSpc>
              <a:spcBef>
                <a:spcPts val="0"/>
              </a:spcBef>
              <a:spcAft>
                <a:spcPts val="0"/>
              </a:spcAft>
            </a:defPPr>
            <a:lvl1pPr>
              <a:defRPr>
                <a:solidFill>
                  <a:schemeClr val="tx1"/>
                </a:solidFill>
              </a:defRPr>
            </a:lvl1pPr>
          </a:lstStyle>
          <a:p>
            <a:r>
              <a:rPr lang="en-US" dirty="0"/>
              <a:t>Click </a:t>
            </a:r>
            <a:r>
              <a:rPr lang="en-US" b="1" dirty="0"/>
              <a:t>Save</a:t>
            </a:r>
            <a:r>
              <a:rPr lang="en-US" dirty="0"/>
              <a:t> to add the program to the Beneficiary.</a:t>
            </a:r>
            <a:endParaRPr lang="en-IN" dirty="0"/>
          </a:p>
        </p:txBody>
      </p:sp>
      <p:cxnSp>
        <p:nvCxnSpPr>
          <p:cNvPr id="17" name="Connector: Elbow 16">
            <a:extLst>
              <a:ext uri="{FF2B5EF4-FFF2-40B4-BE49-F238E27FC236}">
                <a16:creationId xmlns:a16="http://schemas.microsoft.com/office/drawing/2014/main" id="{8E1D6C62-DBFC-478C-65CA-5A695E1D4F7D}"/>
              </a:ext>
            </a:extLst>
          </p:cNvPr>
          <p:cNvCxnSpPr>
            <a:cxnSpLocks/>
          </p:cNvCxnSpPr>
          <p:nvPr/>
        </p:nvCxnSpPr>
        <p:spPr>
          <a:xfrm rot="10800000" flipV="1">
            <a:off x="5569212" y="5479822"/>
            <a:ext cx="3515795" cy="988593"/>
          </a:xfrm>
          <a:prstGeom prst="bentConnector3">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 name="Rectangle 1">
            <a:extLst>
              <a:ext uri="{FF2B5EF4-FFF2-40B4-BE49-F238E27FC236}">
                <a16:creationId xmlns:a16="http://schemas.microsoft.com/office/drawing/2014/main" id="{0809D905-EC20-73DA-AB9B-F120CAB205CE}"/>
              </a:ext>
            </a:extLst>
          </p:cNvPr>
          <p:cNvSpPr/>
          <p:nvPr/>
        </p:nvSpPr>
        <p:spPr>
          <a:xfrm>
            <a:off x="6322141" y="4670322"/>
            <a:ext cx="914400" cy="122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9999999999</a:t>
            </a:r>
          </a:p>
        </p:txBody>
      </p:sp>
    </p:spTree>
    <p:extLst>
      <p:ext uri="{BB962C8B-B14F-4D97-AF65-F5344CB8AC3E}">
        <p14:creationId xmlns:p14="http://schemas.microsoft.com/office/powerpoint/2010/main" val="3917041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5A503530-B4A6-2488-B4B1-12955417E268}"/>
            </a:ext>
          </a:extLst>
        </p:cNvPr>
        <p:cNvGrpSpPr/>
        <p:nvPr/>
      </p:nvGrpSpPr>
      <p:grpSpPr>
        <a:xfrm>
          <a:off x="0" y="0"/>
          <a:ext cx="0" cy="0"/>
          <a:chOff x="0" y="0"/>
          <a:chExt cx="0" cy="0"/>
        </a:xfrm>
      </p:grpSpPr>
      <p:sp>
        <p:nvSpPr>
          <p:cNvPr id="193" name="Google Shape;193;p28">
            <a:extLst>
              <a:ext uri="{FF2B5EF4-FFF2-40B4-BE49-F238E27FC236}">
                <a16:creationId xmlns:a16="http://schemas.microsoft.com/office/drawing/2014/main" id="{C2CD4E7F-6B4E-80ED-9549-48ED1651F0DD}"/>
              </a:ext>
            </a:extLst>
          </p:cNvPr>
          <p:cNvSpPr txBox="1">
            <a:spLocks noGrp="1"/>
          </p:cNvSpPr>
          <p:nvPr>
            <p:ph type="title"/>
          </p:nvPr>
        </p:nvSpPr>
        <p:spPr>
          <a:xfrm>
            <a:off x="2534475" y="219200"/>
            <a:ext cx="8945400" cy="66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dirty="0"/>
              <a:t>Profile Page</a:t>
            </a:r>
          </a:p>
        </p:txBody>
      </p:sp>
      <p:sp>
        <p:nvSpPr>
          <p:cNvPr id="5" name="Rectangle 4">
            <a:extLst>
              <a:ext uri="{FF2B5EF4-FFF2-40B4-BE49-F238E27FC236}">
                <a16:creationId xmlns:a16="http://schemas.microsoft.com/office/drawing/2014/main" id="{24830EEF-7BE7-1D89-5792-1D05D2481109}"/>
              </a:ext>
            </a:extLst>
          </p:cNvPr>
          <p:cNvSpPr/>
          <p:nvPr/>
        </p:nvSpPr>
        <p:spPr>
          <a:xfrm>
            <a:off x="7216876" y="2084439"/>
            <a:ext cx="914400" cy="1966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rPr>
              <a:t>999999999</a:t>
            </a:r>
          </a:p>
        </p:txBody>
      </p:sp>
      <p:sp>
        <p:nvSpPr>
          <p:cNvPr id="6" name="Rectangle 5">
            <a:extLst>
              <a:ext uri="{FF2B5EF4-FFF2-40B4-BE49-F238E27FC236}">
                <a16:creationId xmlns:a16="http://schemas.microsoft.com/office/drawing/2014/main" id="{9E616494-E7C1-E094-C9E2-0B34A91AA3F7}"/>
              </a:ext>
            </a:extLst>
          </p:cNvPr>
          <p:cNvSpPr/>
          <p:nvPr/>
        </p:nvSpPr>
        <p:spPr>
          <a:xfrm>
            <a:off x="3908321" y="4468761"/>
            <a:ext cx="914400" cy="1966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rPr>
              <a:t>999999999</a:t>
            </a:r>
          </a:p>
        </p:txBody>
      </p:sp>
      <p:sp>
        <p:nvSpPr>
          <p:cNvPr id="7" name="Rectangle 6">
            <a:extLst>
              <a:ext uri="{FF2B5EF4-FFF2-40B4-BE49-F238E27FC236}">
                <a16:creationId xmlns:a16="http://schemas.microsoft.com/office/drawing/2014/main" id="{BFD6B971-29F2-BDE9-A828-F8452865514B}"/>
              </a:ext>
            </a:extLst>
          </p:cNvPr>
          <p:cNvSpPr/>
          <p:nvPr/>
        </p:nvSpPr>
        <p:spPr>
          <a:xfrm>
            <a:off x="5776450" y="4468761"/>
            <a:ext cx="914400" cy="1966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rPr>
              <a:t>999999999</a:t>
            </a:r>
          </a:p>
        </p:txBody>
      </p:sp>
      <p:sp>
        <p:nvSpPr>
          <p:cNvPr id="8" name="Rectangle 7">
            <a:extLst>
              <a:ext uri="{FF2B5EF4-FFF2-40B4-BE49-F238E27FC236}">
                <a16:creationId xmlns:a16="http://schemas.microsoft.com/office/drawing/2014/main" id="{6EB1796E-8AF0-4AE8-EFA2-9005025D2C25}"/>
              </a:ext>
            </a:extLst>
          </p:cNvPr>
          <p:cNvSpPr/>
          <p:nvPr/>
        </p:nvSpPr>
        <p:spPr>
          <a:xfrm>
            <a:off x="4694902" y="2182761"/>
            <a:ext cx="1538750" cy="1966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dirty="0">
                <a:solidFill>
                  <a:schemeClr val="tx1"/>
                </a:solidFill>
              </a:rPr>
              <a:t>abc.xyz@dfmail.org</a:t>
            </a:r>
          </a:p>
        </p:txBody>
      </p:sp>
      <p:pic>
        <p:nvPicPr>
          <p:cNvPr id="4" name="Picture 3">
            <a:extLst>
              <a:ext uri="{FF2B5EF4-FFF2-40B4-BE49-F238E27FC236}">
                <a16:creationId xmlns:a16="http://schemas.microsoft.com/office/drawing/2014/main" id="{56A57992-EC86-0AE4-6C04-CF53797FDABD}"/>
              </a:ext>
            </a:extLst>
          </p:cNvPr>
          <p:cNvPicPr>
            <a:picLocks noChangeAspect="1"/>
          </p:cNvPicPr>
          <p:nvPr/>
        </p:nvPicPr>
        <p:blipFill>
          <a:blip r:embed="rId3"/>
          <a:stretch>
            <a:fillRect/>
          </a:stretch>
        </p:blipFill>
        <p:spPr>
          <a:xfrm>
            <a:off x="137650" y="1111421"/>
            <a:ext cx="11342225" cy="5527379"/>
          </a:xfrm>
          <a:prstGeom prst="rect">
            <a:avLst/>
          </a:prstGeom>
        </p:spPr>
      </p:pic>
      <p:sp>
        <p:nvSpPr>
          <p:cNvPr id="2" name="Rectangle 1">
            <a:extLst>
              <a:ext uri="{FF2B5EF4-FFF2-40B4-BE49-F238E27FC236}">
                <a16:creationId xmlns:a16="http://schemas.microsoft.com/office/drawing/2014/main" id="{F54EE599-35AB-5DEF-AC1D-2311A23886A9}"/>
              </a:ext>
            </a:extLst>
          </p:cNvPr>
          <p:cNvSpPr/>
          <p:nvPr/>
        </p:nvSpPr>
        <p:spPr>
          <a:xfrm>
            <a:off x="6528620" y="2281084"/>
            <a:ext cx="914400" cy="122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9999999999</a:t>
            </a:r>
          </a:p>
        </p:txBody>
      </p:sp>
      <p:sp>
        <p:nvSpPr>
          <p:cNvPr id="3" name="Rectangle 2">
            <a:extLst>
              <a:ext uri="{FF2B5EF4-FFF2-40B4-BE49-F238E27FC236}">
                <a16:creationId xmlns:a16="http://schemas.microsoft.com/office/drawing/2014/main" id="{4D30F869-FF6B-55A6-320E-B1917A897BBE}"/>
              </a:ext>
            </a:extLst>
          </p:cNvPr>
          <p:cNvSpPr/>
          <p:nvPr/>
        </p:nvSpPr>
        <p:spPr>
          <a:xfrm>
            <a:off x="3937821" y="2403988"/>
            <a:ext cx="1292940" cy="108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abc@dfmail.org</a:t>
            </a:r>
          </a:p>
        </p:txBody>
      </p:sp>
      <p:sp>
        <p:nvSpPr>
          <p:cNvPr id="9" name="Rectangle 8">
            <a:extLst>
              <a:ext uri="{FF2B5EF4-FFF2-40B4-BE49-F238E27FC236}">
                <a16:creationId xmlns:a16="http://schemas.microsoft.com/office/drawing/2014/main" id="{BA3B85C9-5541-DA4C-8785-277BFDAE3C5D}"/>
              </a:ext>
            </a:extLst>
          </p:cNvPr>
          <p:cNvSpPr/>
          <p:nvPr/>
        </p:nvSpPr>
        <p:spPr>
          <a:xfrm>
            <a:off x="3072581" y="3569111"/>
            <a:ext cx="1292940" cy="108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12345</a:t>
            </a:r>
          </a:p>
        </p:txBody>
      </p:sp>
    </p:spTree>
    <p:extLst>
      <p:ext uri="{BB962C8B-B14F-4D97-AF65-F5344CB8AC3E}">
        <p14:creationId xmlns:p14="http://schemas.microsoft.com/office/powerpoint/2010/main" val="744412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8"/>
          <p:cNvSpPr txBox="1">
            <a:spLocks noGrp="1"/>
          </p:cNvSpPr>
          <p:nvPr>
            <p:ph type="title"/>
          </p:nvPr>
        </p:nvSpPr>
        <p:spPr>
          <a:xfrm>
            <a:off x="838200" y="3201427"/>
            <a:ext cx="10515600" cy="45514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22222"/>
              <a:buFont typeface="Calibri"/>
              <a:buNone/>
            </a:pPr>
            <a:r>
              <a:rPr lang="en-US" dirty="0">
                <a:solidFill>
                  <a:schemeClr val="tx1"/>
                </a:solidFill>
              </a:rPr>
              <a:t>Thank You</a:t>
            </a:r>
            <a:endParaRPr dirty="0">
              <a:solidFill>
                <a:schemeClr val="tx1"/>
              </a:solidFill>
            </a:endParaRPr>
          </a:p>
        </p:txBody>
      </p:sp>
      <p:sp>
        <p:nvSpPr>
          <p:cNvPr id="334" name="Google Shape;334;p48"/>
          <p:cNvSpPr txBox="1">
            <a:spLocks noGrp="1"/>
          </p:cNvSpPr>
          <p:nvPr>
            <p:ph type="body" idx="1"/>
          </p:nvPr>
        </p:nvSpPr>
        <p:spPr>
          <a:xfrm>
            <a:off x="838200" y="1008529"/>
            <a:ext cx="10515600" cy="516843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335" name="Google Shape;335;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sld>
</file>

<file path=ppt/theme/theme1.xml><?xml version="1.0" encoding="utf-8"?>
<a:theme xmlns:a="http://schemas.openxmlformats.org/drawingml/2006/main" name="Facet">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599</TotalTime>
  <Words>370</Words>
  <Application>Microsoft Office PowerPoint</Application>
  <PresentationFormat>Widescreen</PresentationFormat>
  <Paragraphs>41</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Raleway Light</vt:lpstr>
      <vt:lpstr>Poppins</vt:lpstr>
      <vt:lpstr>Courier New</vt:lpstr>
      <vt:lpstr>Arial</vt:lpstr>
      <vt:lpstr>Noto Sans Symbols</vt:lpstr>
      <vt:lpstr>Trebuchet MS</vt:lpstr>
      <vt:lpstr>Poppins Light</vt:lpstr>
      <vt:lpstr>Calibri</vt:lpstr>
      <vt:lpstr>Facet</vt:lpstr>
      <vt:lpstr>PowerPoint Presentation</vt:lpstr>
      <vt:lpstr>DF REACH TEST SYSTEM   https://dfreach.org </vt:lpstr>
      <vt:lpstr>Login Page</vt:lpstr>
      <vt:lpstr>Beneficiaries Page</vt:lpstr>
      <vt:lpstr>Create NEW Beneficiary</vt:lpstr>
      <vt:lpstr>Add Beneficiary Section</vt:lpstr>
      <vt:lpstr>Beneficiary Profile</vt:lpstr>
      <vt:lpstr>Add Program Details</vt:lpstr>
      <vt:lpstr>Profile Page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Amlan</cp:lastModifiedBy>
  <cp:revision>39</cp:revision>
  <dcterms:modified xsi:type="dcterms:W3CDTF">2025-10-08T07:31:32Z</dcterms:modified>
</cp:coreProperties>
</file>